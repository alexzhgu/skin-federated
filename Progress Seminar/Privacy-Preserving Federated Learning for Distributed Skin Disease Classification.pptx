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74" r:id="rId5"/>
    <p:sldId id="377" r:id="rId6"/>
    <p:sldId id="437" r:id="rId7"/>
    <p:sldId id="381" r:id="rId8"/>
    <p:sldId id="442" r:id="rId9"/>
    <p:sldId id="443" r:id="rId10"/>
    <p:sldId id="446" r:id="rId11"/>
    <p:sldId id="441" r:id="rId12"/>
    <p:sldId id="447" r:id="rId13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D1CC"/>
    <a:srgbClr val="51247A"/>
    <a:srgbClr val="962A8B"/>
    <a:srgbClr val="E62645"/>
    <a:srgbClr val="2EA836"/>
    <a:srgbClr val="D9AC6D"/>
    <a:srgbClr val="EB602B"/>
    <a:srgbClr val="FBB800"/>
    <a:srgbClr val="4085C6"/>
    <a:srgbClr val="00A2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6301" autoAdjust="0"/>
  </p:normalViewPr>
  <p:slideViewPr>
    <p:cSldViewPr showGuides="1">
      <p:cViewPr varScale="1">
        <p:scale>
          <a:sx n="75" d="100"/>
          <a:sy n="75" d="100"/>
        </p:scale>
        <p:origin x="327" y="2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4194"/>
    </p:cViewPr>
  </p:sorterViewPr>
  <p:notesViewPr>
    <p:cSldViewPr showGuides="1">
      <p:cViewPr varScale="1">
        <p:scale>
          <a:sx n="84" d="100"/>
          <a:sy n="84" d="100"/>
        </p:scale>
        <p:origin x="3024" y="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A36AD-C140-47B5-A0AA-2808AF1C1C9D}" type="datetimeFigureOut">
              <a:rPr lang="en-AU" smtClean="0"/>
              <a:t>8/05/2026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420D9-E2BA-4BD5-B845-F55DFC0118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49784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3829E-EB69-4A98-9D54-8D6822520B27}" type="datetimeFigureOut">
              <a:rPr lang="en-AU" smtClean="0"/>
              <a:t>8/05/2026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05BAA-92F6-4DEA-A832-E4B15A2F52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9978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9E7728F-8A85-DF13-E1AF-75E2A93E2197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425" y="476672"/>
            <a:ext cx="1584127" cy="4153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4934B2-2948-8EFA-273A-78FFEBE064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63003" y="476672"/>
            <a:ext cx="5949572" cy="590507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18E225F-0D36-9E09-0E29-77686F5F90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203" y="2808560"/>
            <a:ext cx="4660694" cy="1196503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80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</a:t>
            </a:r>
            <a:br>
              <a:rPr lang="en-US" dirty="0"/>
            </a:br>
            <a:r>
              <a:rPr lang="en-US" dirty="0"/>
              <a:t>goes here</a:t>
            </a:r>
            <a:endParaRPr lang="en-AU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C6E3F5D4-36F8-373D-D701-0FF8D3E690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9203" y="4293096"/>
            <a:ext cx="4660694" cy="64405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800" b="1" spc="0" baseline="0" dirty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</a:t>
            </a:r>
            <a:br>
              <a:rPr lang="en-US" dirty="0"/>
            </a:br>
            <a:r>
              <a:rPr lang="en-US" dirty="0"/>
              <a:t>here over two lines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5E099D4B-4E15-CEC1-3412-EB3731DC62E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9202" y="2138783"/>
            <a:ext cx="4660693" cy="49812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1600" b="0" spc="0" baseline="0" dirty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Insert entity name here </a:t>
            </a:r>
            <a:br>
              <a:rPr lang="en-US" dirty="0"/>
            </a:br>
            <a:r>
              <a:rPr lang="en-US" dirty="0"/>
              <a:t>over one or two lines</a:t>
            </a:r>
          </a:p>
        </p:txBody>
      </p:sp>
    </p:spTree>
    <p:extLst>
      <p:ext uri="{BB962C8B-B14F-4D97-AF65-F5344CB8AC3E}">
        <p14:creationId xmlns:p14="http://schemas.microsoft.com/office/powerpoint/2010/main" val="369773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urple and purple circles on a purple background&#10;&#10;AI-generated content may be incorrect.">
            <a:extLst>
              <a:ext uri="{FF2B5EF4-FFF2-40B4-BE49-F238E27FC236}">
                <a16:creationId xmlns:a16="http://schemas.microsoft.com/office/drawing/2014/main" id="{AA2200D0-D143-DCBA-A3D4-B712FCB525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CEF5EBB-02AF-4BB0-8215-ABDBBF0D02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1539976"/>
            <a:ext cx="7488238" cy="1096862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4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</a:t>
            </a:r>
            <a:br>
              <a:rPr lang="en-US" dirty="0"/>
            </a:br>
            <a:r>
              <a:rPr lang="en-US" dirty="0"/>
              <a:t>goes here</a:t>
            </a:r>
            <a:endParaRPr lang="en-AU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B0C04C2E-5E9B-4744-BB83-74543AFA90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3216991"/>
            <a:ext cx="7488238" cy="64405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800" b="1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</a:t>
            </a:r>
            <a:br>
              <a:rPr lang="en-US" dirty="0"/>
            </a:br>
            <a:r>
              <a:rPr lang="en-US" dirty="0"/>
              <a:t>here over two lines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7F9C90-1B55-A440-3671-71EC9ADE53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250"/>
            <a:ext cx="1584127" cy="415356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AD11661-531B-4B30-7473-B472BB0D2E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9425" y="461694"/>
            <a:ext cx="3744913" cy="37501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200" b="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Insert entity name here </a:t>
            </a:r>
            <a:br>
              <a:rPr lang="en-US" dirty="0"/>
            </a:br>
            <a:r>
              <a:rPr lang="en-US" dirty="0"/>
              <a:t>over one or two lines</a:t>
            </a:r>
          </a:p>
        </p:txBody>
      </p:sp>
    </p:spTree>
    <p:extLst>
      <p:ext uri="{BB962C8B-B14F-4D97-AF65-F5344CB8AC3E}">
        <p14:creationId xmlns:p14="http://schemas.microsoft.com/office/powerpoint/2010/main" val="2480090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and pink gradient&#10;&#10;AI-generated content may be incorrect.">
            <a:extLst>
              <a:ext uri="{FF2B5EF4-FFF2-40B4-BE49-F238E27FC236}">
                <a16:creationId xmlns:a16="http://schemas.microsoft.com/office/drawing/2014/main" id="{9148998B-84C7-00BD-220C-CC9050D4973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73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9E832F7-051D-8941-BEFC-BA3C9EFE10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203" y="2880569"/>
            <a:ext cx="4228645" cy="1096862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4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</a:t>
            </a:r>
            <a:br>
              <a:rPr lang="en-US" dirty="0"/>
            </a:br>
            <a:r>
              <a:rPr lang="en-US" dirty="0"/>
              <a:t>goes here</a:t>
            </a:r>
            <a:endParaRPr lang="en-AU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F8A46B0F-6D19-4504-BB7C-AD33C5953E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9203" y="4365104"/>
            <a:ext cx="4228645" cy="64405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800" b="1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</a:t>
            </a:r>
            <a:br>
              <a:rPr lang="en-US" dirty="0"/>
            </a:br>
            <a:r>
              <a:rPr lang="en-US" dirty="0"/>
              <a:t>here over two lines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6DA8C480-5E98-C233-4D6F-1C16AE04E2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9203" y="1985159"/>
            <a:ext cx="4199908" cy="49812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1600" b="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Insert entity name here </a:t>
            </a:r>
            <a:br>
              <a:rPr lang="en-US" dirty="0"/>
            </a:br>
            <a:r>
              <a:rPr lang="en-US" dirty="0"/>
              <a:t>over one or two lines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5EFEBA-1D32-4499-C65C-D81E28CD37C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411" y="476250"/>
            <a:ext cx="1584127" cy="415356"/>
          </a:xfrm>
          <a:prstGeom prst="rect">
            <a:avLst/>
          </a:prstGeom>
        </p:spPr>
      </p:pic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41C16364-654B-057D-C4FF-2A0477FFA33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36318" y="1"/>
            <a:ext cx="6856415" cy="6858003"/>
          </a:xfrm>
          <a:custGeom>
            <a:avLst/>
            <a:gdLst>
              <a:gd name="csX0" fmla="*/ 0 w 6856415"/>
              <a:gd name="csY0" fmla="*/ 0 h 6858003"/>
              <a:gd name="csX1" fmla="*/ 6856415 w 6856415"/>
              <a:gd name="csY1" fmla="*/ 0 h 6858003"/>
              <a:gd name="csX2" fmla="*/ 6856415 w 6856415"/>
              <a:gd name="csY2" fmla="*/ 2914345 h 6858003"/>
              <a:gd name="csX3" fmla="*/ 3475968 w 6856415"/>
              <a:gd name="csY3" fmla="*/ 6842391 h 6858003"/>
              <a:gd name="csX4" fmla="*/ 3425606 w 6856415"/>
              <a:gd name="csY4" fmla="*/ 6858003 h 6858003"/>
              <a:gd name="csX5" fmla="*/ 3375244 w 6856415"/>
              <a:gd name="csY5" fmla="*/ 6842183 h 6858003"/>
              <a:gd name="csX6" fmla="*/ 0 w 6856415"/>
              <a:gd name="csY6" fmla="*/ 2914345 h 68580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6415" h="6858003">
                <a:moveTo>
                  <a:pt x="0" y="0"/>
                </a:moveTo>
                <a:lnTo>
                  <a:pt x="6856415" y="0"/>
                </a:lnTo>
                <a:lnTo>
                  <a:pt x="6856415" y="2914345"/>
                </a:lnTo>
                <a:cubicBezTo>
                  <a:pt x="6856415" y="4578940"/>
                  <a:pt x="5434645" y="6230838"/>
                  <a:pt x="3475968" y="6842391"/>
                </a:cubicBezTo>
                <a:lnTo>
                  <a:pt x="3425606" y="6858003"/>
                </a:lnTo>
                <a:lnTo>
                  <a:pt x="3375244" y="6842183"/>
                </a:lnTo>
                <a:cubicBezTo>
                  <a:pt x="1419479" y="6230006"/>
                  <a:pt x="0" y="4578108"/>
                  <a:pt x="0" y="291434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0438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1">
    <p:bg>
      <p:bgPr>
        <a:gradFill flip="none" rotWithShape="1">
          <a:gsLst>
            <a:gs pos="38000">
              <a:schemeClr val="accent1"/>
            </a:gs>
            <a:gs pos="0">
              <a:schemeClr val="accent2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6D75C5FE-6A47-48B9-A0B4-91C77A88F0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5" y="3042035"/>
            <a:ext cx="3585600" cy="7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59260399-596A-9C24-223D-E3272F9134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895344"/>
            <a:ext cx="6814219" cy="46905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Contents</a:t>
            </a:r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C847FA-1991-B5DE-D0B8-B130ED59C9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250"/>
            <a:ext cx="1584127" cy="415356"/>
          </a:xfrm>
          <a:prstGeom prst="rect">
            <a:avLst/>
          </a:prstGeom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ED20FD1A-D07E-976E-EE58-6C1854E04D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79425" y="6381750"/>
            <a:ext cx="3744913" cy="476250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6EFADAFC-35C0-7FF8-7AEC-AA94709066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8567" y="6381750"/>
            <a:ext cx="504007" cy="4762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2" name="Text Placeholder 20">
            <a:extLst>
              <a:ext uri="{FF2B5EF4-FFF2-40B4-BE49-F238E27FC236}">
                <a16:creationId xmlns:a16="http://schemas.microsoft.com/office/drawing/2014/main" id="{3511A177-3064-9265-EA29-DEC181F5803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126974" y="3042035"/>
            <a:ext cx="3585600" cy="7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DFDD0B3A-4305-B55A-4748-3C6086E3731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303199" y="3042035"/>
            <a:ext cx="3585600" cy="7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F83F5E66-EFB5-7C96-2B25-8050F9A74F9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79424" y="2388244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US" dirty="0"/>
          </a:p>
        </p:txBody>
      </p:sp>
      <p:sp>
        <p:nvSpPr>
          <p:cNvPr id="55" name="Text Placeholder 50">
            <a:extLst>
              <a:ext uri="{FF2B5EF4-FFF2-40B4-BE49-F238E27FC236}">
                <a16:creationId xmlns:a16="http://schemas.microsoft.com/office/drawing/2014/main" id="{DB25363F-6960-462A-6024-058EE2DCF55E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79424" y="1955898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56" name="Text Placeholder 50">
            <a:extLst>
              <a:ext uri="{FF2B5EF4-FFF2-40B4-BE49-F238E27FC236}">
                <a16:creationId xmlns:a16="http://schemas.microsoft.com/office/drawing/2014/main" id="{3D22C2E7-B324-D8E4-7D70-CBD7E813F5D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303199" y="2388244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US" dirty="0"/>
          </a:p>
        </p:txBody>
      </p:sp>
      <p:sp>
        <p:nvSpPr>
          <p:cNvPr id="57" name="Text Placeholder 50">
            <a:extLst>
              <a:ext uri="{FF2B5EF4-FFF2-40B4-BE49-F238E27FC236}">
                <a16:creationId xmlns:a16="http://schemas.microsoft.com/office/drawing/2014/main" id="{93F7F85B-A63E-916D-240E-C6BC4B813C42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303199" y="1955898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58" name="Text Placeholder 50">
            <a:extLst>
              <a:ext uri="{FF2B5EF4-FFF2-40B4-BE49-F238E27FC236}">
                <a16:creationId xmlns:a16="http://schemas.microsoft.com/office/drawing/2014/main" id="{A75FEC3F-4A08-4034-3C6E-FBDC1654944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126974" y="2388244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US" dirty="0"/>
          </a:p>
        </p:txBody>
      </p:sp>
      <p:sp>
        <p:nvSpPr>
          <p:cNvPr id="59" name="Text Placeholder 50">
            <a:extLst>
              <a:ext uri="{FF2B5EF4-FFF2-40B4-BE49-F238E27FC236}">
                <a16:creationId xmlns:a16="http://schemas.microsoft.com/office/drawing/2014/main" id="{613BB411-4D8A-51A3-FA0C-A818E3E03F8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126974" y="1955898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60" name="Text Placeholder 20">
            <a:extLst>
              <a:ext uri="{FF2B5EF4-FFF2-40B4-BE49-F238E27FC236}">
                <a16:creationId xmlns:a16="http://schemas.microsoft.com/office/drawing/2014/main" id="{98D33835-74AF-8A30-B9EE-9FDABEB6C9E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79425" y="4501920"/>
            <a:ext cx="3585600" cy="7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61" name="Text Placeholder 20">
            <a:extLst>
              <a:ext uri="{FF2B5EF4-FFF2-40B4-BE49-F238E27FC236}">
                <a16:creationId xmlns:a16="http://schemas.microsoft.com/office/drawing/2014/main" id="{2D780CF7-9FFC-8427-F804-9606032B18B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126974" y="4501920"/>
            <a:ext cx="3585600" cy="7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62" name="Text Placeholder 20">
            <a:extLst>
              <a:ext uri="{FF2B5EF4-FFF2-40B4-BE49-F238E27FC236}">
                <a16:creationId xmlns:a16="http://schemas.microsoft.com/office/drawing/2014/main" id="{4035CACC-6326-0D5E-AB24-2AC017FBEE9C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303199" y="4501920"/>
            <a:ext cx="3585600" cy="7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63" name="Text Placeholder 50">
            <a:extLst>
              <a:ext uri="{FF2B5EF4-FFF2-40B4-BE49-F238E27FC236}">
                <a16:creationId xmlns:a16="http://schemas.microsoft.com/office/drawing/2014/main" id="{C3E340EE-A2F0-1159-9329-5756F5F7BE5F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79424" y="3877282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US" dirty="0"/>
          </a:p>
        </p:txBody>
      </p:sp>
      <p:sp>
        <p:nvSpPr>
          <p:cNvPr id="64" name="Text Placeholder 50">
            <a:extLst>
              <a:ext uri="{FF2B5EF4-FFF2-40B4-BE49-F238E27FC236}">
                <a16:creationId xmlns:a16="http://schemas.microsoft.com/office/drawing/2014/main" id="{2BD0702A-F825-BAB6-1EA1-99964C0486F3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479424" y="3444936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65" name="Text Placeholder 50">
            <a:extLst>
              <a:ext uri="{FF2B5EF4-FFF2-40B4-BE49-F238E27FC236}">
                <a16:creationId xmlns:a16="http://schemas.microsoft.com/office/drawing/2014/main" id="{BB198AFA-CC9D-5A32-C6D5-8EE55C48B6E4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303199" y="3877282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US" dirty="0"/>
          </a:p>
        </p:txBody>
      </p:sp>
      <p:sp>
        <p:nvSpPr>
          <p:cNvPr id="66" name="Text Placeholder 50">
            <a:extLst>
              <a:ext uri="{FF2B5EF4-FFF2-40B4-BE49-F238E27FC236}">
                <a16:creationId xmlns:a16="http://schemas.microsoft.com/office/drawing/2014/main" id="{0A64674F-9532-C648-EA82-43BE721C868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4303199" y="3444936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67" name="Text Placeholder 50">
            <a:extLst>
              <a:ext uri="{FF2B5EF4-FFF2-40B4-BE49-F238E27FC236}">
                <a16:creationId xmlns:a16="http://schemas.microsoft.com/office/drawing/2014/main" id="{3310ED37-C52F-7262-0B80-E0D70DF28B12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126974" y="3877282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US" dirty="0"/>
          </a:p>
        </p:txBody>
      </p:sp>
      <p:sp>
        <p:nvSpPr>
          <p:cNvPr id="68" name="Text Placeholder 50">
            <a:extLst>
              <a:ext uri="{FF2B5EF4-FFF2-40B4-BE49-F238E27FC236}">
                <a16:creationId xmlns:a16="http://schemas.microsoft.com/office/drawing/2014/main" id="{F2ABF0B6-6F3B-3D8A-C607-D1DD4DE7F424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126974" y="3444936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69" name="Text Placeholder 50">
            <a:extLst>
              <a:ext uri="{FF2B5EF4-FFF2-40B4-BE49-F238E27FC236}">
                <a16:creationId xmlns:a16="http://schemas.microsoft.com/office/drawing/2014/main" id="{258D4A9D-7F5A-B58B-F1C5-5FA54508EA3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479424" y="5324342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US" dirty="0"/>
          </a:p>
        </p:txBody>
      </p:sp>
      <p:sp>
        <p:nvSpPr>
          <p:cNvPr id="70" name="Text Placeholder 50">
            <a:extLst>
              <a:ext uri="{FF2B5EF4-FFF2-40B4-BE49-F238E27FC236}">
                <a16:creationId xmlns:a16="http://schemas.microsoft.com/office/drawing/2014/main" id="{41C82DD2-5FEE-DF74-B91A-08EA68F56179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479424" y="4891996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71" name="Text Placeholder 50">
            <a:extLst>
              <a:ext uri="{FF2B5EF4-FFF2-40B4-BE49-F238E27FC236}">
                <a16:creationId xmlns:a16="http://schemas.microsoft.com/office/drawing/2014/main" id="{C419A681-6FA3-F318-75CB-2CA99437ED92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4303199" y="5324342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US" dirty="0"/>
          </a:p>
        </p:txBody>
      </p:sp>
      <p:sp>
        <p:nvSpPr>
          <p:cNvPr id="72" name="Text Placeholder 50">
            <a:extLst>
              <a:ext uri="{FF2B5EF4-FFF2-40B4-BE49-F238E27FC236}">
                <a16:creationId xmlns:a16="http://schemas.microsoft.com/office/drawing/2014/main" id="{213566ED-E0D9-DD79-95EA-43E7D8E0043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4303199" y="4891996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73" name="Text Placeholder 50">
            <a:extLst>
              <a:ext uri="{FF2B5EF4-FFF2-40B4-BE49-F238E27FC236}">
                <a16:creationId xmlns:a16="http://schemas.microsoft.com/office/drawing/2014/main" id="{8164237E-900B-19D5-C46E-1A05AB248B13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126974" y="5324342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US" dirty="0"/>
          </a:p>
        </p:txBody>
      </p:sp>
      <p:sp>
        <p:nvSpPr>
          <p:cNvPr id="74" name="Text Placeholder 50">
            <a:extLst>
              <a:ext uri="{FF2B5EF4-FFF2-40B4-BE49-F238E27FC236}">
                <a16:creationId xmlns:a16="http://schemas.microsoft.com/office/drawing/2014/main" id="{89819A83-5634-E387-5A8A-776CB57C08F4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8126974" y="4891996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003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17688CC-CF50-8B09-6349-D9EBFF6CFAF6}"/>
              </a:ext>
            </a:extLst>
          </p:cNvPr>
          <p:cNvSpPr/>
          <p:nvPr userDrawn="1"/>
        </p:nvSpPr>
        <p:spPr>
          <a:xfrm>
            <a:off x="0" y="286"/>
            <a:ext cx="12192000" cy="68577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1D5125DE-EAB9-47E1-BC95-9200E9193715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99121" y="1628774"/>
            <a:ext cx="5616575" cy="475297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table</a:t>
            </a:r>
            <a:endParaRPr lang="en-AU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787503C3-B6DF-DC97-7CC2-D17E823DCD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121" y="895344"/>
            <a:ext cx="6814219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Contents</a:t>
            </a:r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E633E9-6EF0-67DF-EDBA-DD8C76BCF21D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672"/>
            <a:ext cx="1584127" cy="415357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8BAA408-E3C2-1785-01EB-39071591CA3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74DFBF4C-8CC5-D979-7560-108442F979E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B9798F-A694-B632-320E-87B23996EA42}"/>
              </a:ext>
            </a:extLst>
          </p:cNvPr>
          <p:cNvSpPr/>
          <p:nvPr userDrawn="1"/>
        </p:nvSpPr>
        <p:spPr>
          <a:xfrm>
            <a:off x="9768408" y="152687"/>
            <a:ext cx="2423592" cy="10440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 purple and pink circles&#10;&#10;AI-generated content may be incorrect.">
            <a:extLst>
              <a:ext uri="{FF2B5EF4-FFF2-40B4-BE49-F238E27FC236}">
                <a16:creationId xmlns:a16="http://schemas.microsoft.com/office/drawing/2014/main" id="{FE7F088E-A593-E0D0-876C-D0E5DE6E3A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46379" y="476250"/>
            <a:ext cx="3962400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844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E17441-3242-4A2B-A38D-01AD5E507A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469D81-322F-846D-FCF2-3F26F1B21C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250"/>
            <a:ext cx="1584127" cy="41535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6632C79-E6EF-8603-13B6-430F0089DA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203" y="2636912"/>
            <a:ext cx="4529596" cy="1096862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4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Divider slide </a:t>
            </a:r>
            <a:br>
              <a:rPr lang="en-US" dirty="0"/>
            </a:br>
            <a:r>
              <a:rPr lang="en-US" dirty="0"/>
              <a:t>title goes here</a:t>
            </a:r>
            <a:endParaRPr lang="en-AU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AD6E4D25-A5E9-48E9-3262-EC46D37667C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9203" y="2132856"/>
            <a:ext cx="1780373" cy="350432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2400" b="1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01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9422C64C-6E74-694B-7D11-5A95CF8ED6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37066" y="2644009"/>
            <a:ext cx="3279414" cy="124371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800" b="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con </a:t>
            </a:r>
            <a:r>
              <a:rPr lang="en-US" dirty="0" err="1"/>
              <a:t>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prae</a:t>
            </a:r>
            <a:r>
              <a:rPr lang="en-US" dirty="0"/>
              <a:t> sent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690F3-679A-987D-A1BE-4928A1F2D8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79425" y="6381750"/>
            <a:ext cx="3744913" cy="476250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C5CF159-C5AB-8DEC-02DC-B8C41A6C02C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208567" y="6381750"/>
            <a:ext cx="504007" cy="4762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191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DB2C94B-2557-442B-9A14-97C40CD6AB8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11233149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84708F-CDEB-4FFB-9113-878D6AE04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B8A7-6976-473B-BF64-0813975EEBB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E6DF7-2887-45E5-8CD1-2FCDFD7091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243CB3D8-2629-4424-B4A4-6246A0F1B6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740759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BF24CA-767B-442B-A672-6C630273E4E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5B269D8-1308-43E9-B2BF-264F017F03A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3CEFE01E-62B6-86EC-5B5C-F1EC7A5A19F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2255224"/>
            <a:ext cx="5255976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CA7C31BB-BBB5-01D3-C03A-56100B5BD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84F05AB-744C-B436-B6DE-9CB63807317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6F4138E5-B1E7-1B20-8E5C-D58ECB009199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456601" y="2255224"/>
            <a:ext cx="5255976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810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830ECCD8-80B1-EF49-1930-8671D36FB17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3587751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D84C1955-2009-E738-2E69-5C68F2269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475E1D-FF13-4267-440E-2C862D6A53E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CF6E292F-64A1-B92F-821C-5D5374F553FE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8124823" y="2255224"/>
            <a:ext cx="3587751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785857AA-3C69-6FBB-4A53-A62053F0C40A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384431" y="2255224"/>
            <a:ext cx="3485678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606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image + two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988" y="1268761"/>
            <a:ext cx="3485677" cy="179987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205F563-7148-A4BC-065D-70F31E7CD2FD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-1" y="3501008"/>
            <a:ext cx="11712575" cy="3356992"/>
          </a:xfrm>
          <a:custGeom>
            <a:avLst/>
            <a:gdLst>
              <a:gd name="csX0" fmla="*/ 0 w 11712575"/>
              <a:gd name="csY0" fmla="*/ 0 h 3356992"/>
              <a:gd name="csX1" fmla="*/ 10448297 w 11712575"/>
              <a:gd name="csY1" fmla="*/ 0 h 3356992"/>
              <a:gd name="csX2" fmla="*/ 11712575 w 11712575"/>
              <a:gd name="csY2" fmla="*/ 1264277 h 3356992"/>
              <a:gd name="csX3" fmla="*/ 11712575 w 11712575"/>
              <a:gd name="csY3" fmla="*/ 3356992 h 3356992"/>
              <a:gd name="csX4" fmla="*/ 0 w 11712575"/>
              <a:gd name="csY4" fmla="*/ 3356992 h 33569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712575" h="3356992">
                <a:moveTo>
                  <a:pt x="0" y="0"/>
                </a:moveTo>
                <a:lnTo>
                  <a:pt x="10448297" y="0"/>
                </a:lnTo>
                <a:cubicBezTo>
                  <a:pt x="11146539" y="0"/>
                  <a:pt x="11712575" y="566036"/>
                  <a:pt x="11712575" y="1264277"/>
                </a:cubicBezTo>
                <a:lnTo>
                  <a:pt x="11712575" y="3356992"/>
                </a:lnTo>
                <a:lnTo>
                  <a:pt x="0" y="3356992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ED34AD85-3B68-F6E4-2B32-A5E634C6A175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24823" y="1268760"/>
            <a:ext cx="3587751" cy="17998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A19D9DDF-5659-A8CD-1F31-621F560242E4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384431" y="1268760"/>
            <a:ext cx="3485678" cy="17998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323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image + three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A79CCB2B-EA6A-07F3-E374-7C69E2AA4BBE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79424" y="1268760"/>
            <a:ext cx="3587751" cy="17998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DA629DB-68F8-4F09-503D-5AA9266F7E11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24823" y="1268760"/>
            <a:ext cx="3587751" cy="17998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8F0D21FF-80A7-826A-4A58-57A092E8728C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384431" y="1268760"/>
            <a:ext cx="3485678" cy="17998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9F9256D2-F837-AC53-A987-93959E061C51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-1" y="3501008"/>
            <a:ext cx="11712575" cy="3356992"/>
          </a:xfrm>
          <a:custGeom>
            <a:avLst/>
            <a:gdLst>
              <a:gd name="csX0" fmla="*/ 0 w 11712575"/>
              <a:gd name="csY0" fmla="*/ 0 h 3356992"/>
              <a:gd name="csX1" fmla="*/ 10448297 w 11712575"/>
              <a:gd name="csY1" fmla="*/ 0 h 3356992"/>
              <a:gd name="csX2" fmla="*/ 11712575 w 11712575"/>
              <a:gd name="csY2" fmla="*/ 1264277 h 3356992"/>
              <a:gd name="csX3" fmla="*/ 11712575 w 11712575"/>
              <a:gd name="csY3" fmla="*/ 3356992 h 3356992"/>
              <a:gd name="csX4" fmla="*/ 0 w 11712575"/>
              <a:gd name="csY4" fmla="*/ 3356992 h 33569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712575" h="3356992">
                <a:moveTo>
                  <a:pt x="0" y="0"/>
                </a:moveTo>
                <a:lnTo>
                  <a:pt x="10448297" y="0"/>
                </a:lnTo>
                <a:cubicBezTo>
                  <a:pt x="11146539" y="0"/>
                  <a:pt x="11712575" y="566036"/>
                  <a:pt x="11712575" y="1264277"/>
                </a:cubicBezTo>
                <a:lnTo>
                  <a:pt x="11712575" y="3356992"/>
                </a:lnTo>
                <a:lnTo>
                  <a:pt x="0" y="3356992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90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+ two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B3F9B7C-CB28-3A90-481A-DC6BEF640652}"/>
              </a:ext>
            </a:extLst>
          </p:cNvPr>
          <p:cNvSpPr/>
          <p:nvPr userDrawn="1"/>
        </p:nvSpPr>
        <p:spPr>
          <a:xfrm>
            <a:off x="0" y="286"/>
            <a:ext cx="12192000" cy="68577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30F3E36A-4EBF-47B9-BCC1-75D2781A09ED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24823" y="1484784"/>
            <a:ext cx="3587751" cy="45365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003AB8B9-705D-9EB6-61DF-4A1C6194F059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384431" y="1484784"/>
            <a:ext cx="3485678" cy="45365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243997FD-E4BE-6666-7605-3DC69034B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988" y="1484785"/>
            <a:ext cx="3585888" cy="1368077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08CD5B7-3BBA-3A3A-0CFF-D990A76AA2F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3284662"/>
            <a:ext cx="3744914" cy="2736626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accent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CBF3F8-121A-7C93-0AA4-68702D146F2A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672"/>
            <a:ext cx="1584127" cy="415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93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+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 Single Corner of Rectangle 11">
            <a:extLst>
              <a:ext uri="{FF2B5EF4-FFF2-40B4-BE49-F238E27FC236}">
                <a16:creationId xmlns:a16="http://schemas.microsoft.com/office/drawing/2014/main" id="{832EEB49-E3E8-2949-364A-7A731489AEFA}"/>
              </a:ext>
            </a:extLst>
          </p:cNvPr>
          <p:cNvSpPr/>
          <p:nvPr userDrawn="1"/>
        </p:nvSpPr>
        <p:spPr>
          <a:xfrm flipH="1" flipV="1">
            <a:off x="8124826" y="0"/>
            <a:ext cx="4067173" cy="6858000"/>
          </a:xfrm>
          <a:prstGeom prst="round1Rect">
            <a:avLst>
              <a:gd name="adj" fmla="val 36146"/>
            </a:avLst>
          </a:prstGeom>
          <a:gradFill>
            <a:gsLst>
              <a:gs pos="0">
                <a:schemeClr val="accent2"/>
              </a:gs>
              <a:gs pos="49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D5477FFC-1C60-4E3E-BD15-C245B1FFD7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92295" y="1565276"/>
            <a:ext cx="2520279" cy="100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1" name="Content Placeholder 9">
            <a:extLst>
              <a:ext uri="{FF2B5EF4-FFF2-40B4-BE49-F238E27FC236}">
                <a16:creationId xmlns:a16="http://schemas.microsoft.com/office/drawing/2014/main" id="{AF32EBB3-7E44-468B-BEFB-9B255A6F1EB8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9192295" y="2781291"/>
            <a:ext cx="2520279" cy="100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2" name="Content Placeholder 9">
            <a:extLst>
              <a:ext uri="{FF2B5EF4-FFF2-40B4-BE49-F238E27FC236}">
                <a16:creationId xmlns:a16="http://schemas.microsoft.com/office/drawing/2014/main" id="{0B41B234-B4D0-4D79-AEB1-C98A1F8CCE5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9192295" y="3997306"/>
            <a:ext cx="2520279" cy="100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D058AAA-CC5E-4EB4-8A66-630C36AEA6A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192295" y="5213321"/>
            <a:ext cx="2520279" cy="100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4D2AB6EC-9563-4A3F-B32C-5B6C8DECC82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688162" y="156527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5" name="Content Placeholder 12">
            <a:extLst>
              <a:ext uri="{FF2B5EF4-FFF2-40B4-BE49-F238E27FC236}">
                <a16:creationId xmlns:a16="http://schemas.microsoft.com/office/drawing/2014/main" id="{4ABE180E-CFFE-4CAE-A73A-A88BD1BEE804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688162" y="2781291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6" name="Content Placeholder 12">
            <a:extLst>
              <a:ext uri="{FF2B5EF4-FFF2-40B4-BE49-F238E27FC236}">
                <a16:creationId xmlns:a16="http://schemas.microsoft.com/office/drawing/2014/main" id="{ECD62701-D54F-4D35-A337-33AE67BB7307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8688162" y="399730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7" name="Content Placeholder 12">
            <a:extLst>
              <a:ext uri="{FF2B5EF4-FFF2-40B4-BE49-F238E27FC236}">
                <a16:creationId xmlns:a16="http://schemas.microsoft.com/office/drawing/2014/main" id="{3CA48A95-C256-4238-BDF0-2E7279624AE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8688162" y="5213321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5276696D-8D14-4585-9604-5A008488CFB1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479424" y="2255224"/>
            <a:ext cx="3587751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A4EB503B-F620-32DF-36DF-10A7FBA9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7390685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06F8CCC-8CBE-E992-6E21-C9AB4B1A346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7390685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7BA7640B-B8AC-33C0-35DA-CEEFFC9B8211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4384431" y="2255224"/>
            <a:ext cx="3485678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0798AF3-3C99-5F49-CB7E-1E0E7D35FFC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FDF27665-A294-1EA5-FA10-A5E2C8A9E5E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7" y="6381750"/>
            <a:ext cx="504007" cy="4762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5A66DC6-E98D-4EB4-3BE2-DBD96355BA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250"/>
            <a:ext cx="1584127" cy="41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010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0E684A2-92A1-4743-93DB-A2D5AFCE792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B228959-3C67-45BC-954A-A1398190127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CEC2D33F-D887-4527-98FE-88AEA004A9A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4" y="2703338"/>
            <a:ext cx="5312503" cy="36784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insert graph</a:t>
            </a:r>
          </a:p>
        </p:txBody>
      </p:sp>
      <p:sp>
        <p:nvSpPr>
          <p:cNvPr id="20" name="Content Placeholder 9">
            <a:extLst>
              <a:ext uri="{FF2B5EF4-FFF2-40B4-BE49-F238E27FC236}">
                <a16:creationId xmlns:a16="http://schemas.microsoft.com/office/drawing/2014/main" id="{4C22DC31-C022-4D35-A4CA-01E2EE12CEB3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483074" y="2247504"/>
            <a:ext cx="5322251" cy="28771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600" b="1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spcBef>
                <a:spcPts val="1200"/>
              </a:spcBef>
              <a:defRPr lang="en-US" sz="1200" dirty="0"/>
            </a:lvl5pPr>
            <a:lvl6pPr>
              <a:defRPr lang="en-AU" dirty="0"/>
            </a:lvl6pPr>
          </a:lstStyle>
          <a:p>
            <a:pPr lvl="0"/>
            <a:r>
              <a:rPr lang="en-US" dirty="0"/>
              <a:t>[Graph title]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9117C5C-8131-4EBC-FB2F-515A84B9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4ED851F-A74B-8BEB-BD56-328B63E755C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DD4130B3-A21B-BC5E-65C5-C4114440B1F1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6386677" y="2703338"/>
            <a:ext cx="5312503" cy="36784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insert graph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BFA429BF-02FC-9EB2-8DE8-364B75C4DCF9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390327" y="2247504"/>
            <a:ext cx="5322251" cy="28771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600" b="1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spcBef>
                <a:spcPts val="1200"/>
              </a:spcBef>
              <a:defRPr lang="en-US" sz="1200" dirty="0"/>
            </a:lvl5pPr>
            <a:lvl6pPr>
              <a:defRPr lang="en-AU" dirty="0"/>
            </a:lvl6pPr>
          </a:lstStyle>
          <a:p>
            <a:pPr lvl="0"/>
            <a:r>
              <a:rPr lang="en-US" dirty="0"/>
              <a:t>[Graph title]</a:t>
            </a:r>
          </a:p>
        </p:txBody>
      </p:sp>
    </p:spTree>
    <p:extLst>
      <p:ext uri="{BB962C8B-B14F-4D97-AF65-F5344CB8AC3E}">
        <p14:creationId xmlns:p14="http://schemas.microsoft.com/office/powerpoint/2010/main" val="3024888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Layou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3BF6C02-0CA6-49E2-A373-73DF26BA1D2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89DCE9D-2EC0-4E96-8676-B7755E0D22A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E77EF712-8DED-4A52-BD51-103375D11B5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47504"/>
            <a:ext cx="11233150" cy="19015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C8BC80DF-B4A1-B427-757B-C8F10AB6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EBF508D1-ECA5-3CA6-0BF5-15748D904F8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E8EA84CA-9C46-6B04-A550-7D02537DA968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479424" y="4480174"/>
            <a:ext cx="11233150" cy="19015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0134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Two Thir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8C5C398-3572-4EB0-8F84-1F6673C9A65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2D565BB-C9BB-4EEC-9693-6827A3D09DE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17109590-4252-2C31-19EF-25F6AD98736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3587751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2CE408F5-62CC-4EB4-5FDD-927F021AC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D91BB3C-538D-90D4-3CED-E09116993DB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86750F02-6810-AFC6-7EB5-8805498279DB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384430" y="2255224"/>
            <a:ext cx="7328143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483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hird One Thir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EE2261-AED3-448E-9AA6-9C9A5534417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A92BB03-FEDF-43D9-957F-2410F5D597B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C11E16D7-E5EB-37A0-5AD9-2394356E386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7390685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D0AA8668-06C8-FA91-21F0-BE6E9CE86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A358A85-0EFD-E04C-E56D-736FED2D723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C84ACD41-4423-E11C-E6D4-A1AB88C254DD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8124823" y="2255224"/>
            <a:ext cx="3587751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382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Pu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2">
            <a:extLst>
              <a:ext uri="{FF2B5EF4-FFF2-40B4-BE49-F238E27FC236}">
                <a16:creationId xmlns:a16="http://schemas.microsoft.com/office/drawing/2014/main" id="{DA8FC85D-D8A3-881C-1F52-364C4980DC1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8181528"/>
            <a:ext cx="12192000" cy="63817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r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ABC66E0C-5E5E-C471-C0DD-5A0908B6090B}"/>
              </a:ext>
            </a:extLst>
          </p:cNvPr>
          <p:cNvSpPr/>
          <p:nvPr userDrawn="1"/>
        </p:nvSpPr>
        <p:spPr>
          <a:xfrm flipV="1">
            <a:off x="-2" y="-2"/>
            <a:ext cx="4224339" cy="6381750"/>
          </a:xfrm>
          <a:custGeom>
            <a:avLst/>
            <a:gdLst>
              <a:gd name="csX0" fmla="*/ 0 w 4224339"/>
              <a:gd name="csY0" fmla="*/ 6381750 h 6381750"/>
              <a:gd name="csX1" fmla="*/ 4224339 w 4224339"/>
              <a:gd name="csY1" fmla="*/ 6381750 h 6381750"/>
              <a:gd name="csX2" fmla="*/ 4224339 w 4224339"/>
              <a:gd name="csY2" fmla="*/ 1526928 h 6381750"/>
              <a:gd name="csX3" fmla="*/ 2853529 w 4224339"/>
              <a:gd name="csY3" fmla="*/ 7881 h 6381750"/>
              <a:gd name="csX4" fmla="*/ 2697449 w 4224339"/>
              <a:gd name="csY4" fmla="*/ 0 h 6381750"/>
              <a:gd name="csX5" fmla="*/ 0 w 4224339"/>
              <a:gd name="csY5" fmla="*/ 0 h 6381750"/>
              <a:gd name="csX6" fmla="*/ 0 w 4224339"/>
              <a:gd name="csY6" fmla="*/ 6381750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224339" h="6381750">
                <a:moveTo>
                  <a:pt x="0" y="6381750"/>
                </a:moveTo>
                <a:lnTo>
                  <a:pt x="4224339" y="6381750"/>
                </a:lnTo>
                <a:lnTo>
                  <a:pt x="4224339" y="1526928"/>
                </a:lnTo>
                <a:cubicBezTo>
                  <a:pt x="4224339" y="736334"/>
                  <a:pt x="3623492" y="86076"/>
                  <a:pt x="2853529" y="7881"/>
                </a:cubicBezTo>
                <a:lnTo>
                  <a:pt x="2697449" y="0"/>
                </a:lnTo>
                <a:lnTo>
                  <a:pt x="0" y="0"/>
                </a:lnTo>
                <a:lnTo>
                  <a:pt x="0" y="63817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CB796C-2145-4E36-9CCD-4A6E104CD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1198"/>
            <a:ext cx="3312320" cy="1241658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GB">
                <a:solidFill>
                  <a:schemeClr val="bg1"/>
                </a:solidFill>
              </a:rPr>
              <a:t>Click to edit Master title style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E97D5DBB-B4A6-4BEC-5ACC-FD2EA2AE3FA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10" name="Slide Number Placeholder 11">
            <a:extLst>
              <a:ext uri="{FF2B5EF4-FFF2-40B4-BE49-F238E27FC236}">
                <a16:creationId xmlns:a16="http://schemas.microsoft.com/office/drawing/2014/main" id="{D65D4F27-BE5A-565C-2DAE-B92AC6727CC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A6C279F-EDA7-57F0-098A-A5B1F80205E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-9974" y="0"/>
            <a:ext cx="12191999" cy="6381751"/>
          </a:xfrm>
          <a:custGeom>
            <a:avLst/>
            <a:gdLst>
              <a:gd name="csX0" fmla="*/ 0 w 12191999"/>
              <a:gd name="csY0" fmla="*/ 0 h 6381751"/>
              <a:gd name="csX1" fmla="*/ 12191999 w 12191999"/>
              <a:gd name="csY1" fmla="*/ 0 h 6381751"/>
              <a:gd name="csX2" fmla="*/ 12191999 w 12191999"/>
              <a:gd name="csY2" fmla="*/ 6381751 h 6381751"/>
              <a:gd name="csX3" fmla="*/ 2697451 w 12191999"/>
              <a:gd name="csY3" fmla="*/ 6381751 h 6381751"/>
              <a:gd name="csX4" fmla="*/ 2853531 w 12191999"/>
              <a:gd name="csY4" fmla="*/ 6373870 h 6381751"/>
              <a:gd name="csX5" fmla="*/ 4224342 w 12191999"/>
              <a:gd name="csY5" fmla="*/ 4854823 h 6381751"/>
              <a:gd name="csX6" fmla="*/ 4224342 w 12191999"/>
              <a:gd name="csY6" fmla="*/ 1 h 6381751"/>
              <a:gd name="csX7" fmla="*/ 2 w 12191999"/>
              <a:gd name="csY7" fmla="*/ 1 h 6381751"/>
              <a:gd name="csX8" fmla="*/ 2 w 12191999"/>
              <a:gd name="csY8" fmla="*/ 6381751 h 6381751"/>
              <a:gd name="csX9" fmla="*/ 0 w 12191999"/>
              <a:gd name="csY9" fmla="*/ 6381751 h 63817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2191999" h="6381751">
                <a:moveTo>
                  <a:pt x="0" y="0"/>
                </a:moveTo>
                <a:lnTo>
                  <a:pt x="12191999" y="0"/>
                </a:lnTo>
                <a:lnTo>
                  <a:pt x="12191999" y="6381751"/>
                </a:lnTo>
                <a:lnTo>
                  <a:pt x="2697451" y="6381751"/>
                </a:lnTo>
                <a:lnTo>
                  <a:pt x="2853531" y="6373870"/>
                </a:lnTo>
                <a:cubicBezTo>
                  <a:pt x="3623494" y="6295675"/>
                  <a:pt x="4224342" y="5645417"/>
                  <a:pt x="4224342" y="4854823"/>
                </a:cubicBezTo>
                <a:lnTo>
                  <a:pt x="4224342" y="1"/>
                </a:lnTo>
                <a:lnTo>
                  <a:pt x="2" y="1"/>
                </a:lnTo>
                <a:lnTo>
                  <a:pt x="2" y="6381751"/>
                </a:lnTo>
                <a:lnTo>
                  <a:pt x="0" y="6381751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316718B7-EF0B-0AAA-4AA7-80B08F0D82E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243917"/>
            <a:ext cx="3312320" cy="253470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AU" dirty="0"/>
              <a:t>Enter text here.</a:t>
            </a:r>
          </a:p>
        </p:txBody>
      </p:sp>
    </p:spTree>
    <p:extLst>
      <p:ext uri="{BB962C8B-B14F-4D97-AF65-F5344CB8AC3E}">
        <p14:creationId xmlns:p14="http://schemas.microsoft.com/office/powerpoint/2010/main" val="299990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E1B5CB-C615-403B-B182-EBCD5DAC9E6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BA690D5-44C9-4D2D-925E-426FB8864D8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B8010C4D-4846-733B-A504-3488020A7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FADF4A9-8D82-B20E-082C-AE0FF06B019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DCFD398-BD29-8074-BF4C-3A802678584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79425" y="2255838"/>
            <a:ext cx="11233149" cy="4125914"/>
          </a:xfrm>
          <a:custGeom>
            <a:avLst/>
            <a:gdLst>
              <a:gd name="csX0" fmla="*/ 0 w 11233149"/>
              <a:gd name="csY0" fmla="*/ 0 h 4125914"/>
              <a:gd name="csX1" fmla="*/ 9780839 w 11233149"/>
              <a:gd name="csY1" fmla="*/ 0 h 4125914"/>
              <a:gd name="csX2" fmla="*/ 9918432 w 11233149"/>
              <a:gd name="csY2" fmla="*/ 6948 h 4125914"/>
              <a:gd name="csX3" fmla="*/ 11233149 w 11233149"/>
              <a:gd name="csY3" fmla="*/ 1463836 h 4125914"/>
              <a:gd name="csX4" fmla="*/ 11233149 w 11233149"/>
              <a:gd name="csY4" fmla="*/ 4125914 h 4125914"/>
              <a:gd name="csX5" fmla="*/ 0 w 11233149"/>
              <a:gd name="csY5" fmla="*/ 4125914 h 41259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1233149" h="4125914">
                <a:moveTo>
                  <a:pt x="0" y="0"/>
                </a:moveTo>
                <a:lnTo>
                  <a:pt x="9780839" y="0"/>
                </a:lnTo>
                <a:lnTo>
                  <a:pt x="9918432" y="6948"/>
                </a:lnTo>
                <a:cubicBezTo>
                  <a:pt x="10656889" y="81942"/>
                  <a:pt x="11233149" y="705593"/>
                  <a:pt x="11233149" y="1463836"/>
                </a:cubicBezTo>
                <a:lnTo>
                  <a:pt x="11233149" y="4125914"/>
                </a:lnTo>
                <a:lnTo>
                  <a:pt x="0" y="4125914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11968" y="6006222"/>
            <a:ext cx="11200605" cy="360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 and bring to front</a:t>
            </a:r>
          </a:p>
        </p:txBody>
      </p:sp>
    </p:spTree>
    <p:extLst>
      <p:ext uri="{BB962C8B-B14F-4D97-AF65-F5344CB8AC3E}">
        <p14:creationId xmlns:p14="http://schemas.microsoft.com/office/powerpoint/2010/main" val="4002725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Two Thi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469C5E-9C74-3B22-9EF3-7486BE45D07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224338" y="0"/>
            <a:ext cx="7967662" cy="6381750"/>
          </a:xfrm>
          <a:custGeom>
            <a:avLst/>
            <a:gdLst>
              <a:gd name="csX0" fmla="*/ 0 w 7967662"/>
              <a:gd name="csY0" fmla="*/ 0 h 6381750"/>
              <a:gd name="csX1" fmla="*/ 7967662 w 7967662"/>
              <a:gd name="csY1" fmla="*/ 0 h 6381750"/>
              <a:gd name="csX2" fmla="*/ 7967662 w 7967662"/>
              <a:gd name="csY2" fmla="*/ 6381750 h 6381750"/>
              <a:gd name="csX3" fmla="*/ 2092417 w 7967662"/>
              <a:gd name="csY3" fmla="*/ 6381750 h 6381750"/>
              <a:gd name="csX4" fmla="*/ 0 w 7967662"/>
              <a:gd name="csY4" fmla="*/ 4289333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967662" h="6381750">
                <a:moveTo>
                  <a:pt x="0" y="0"/>
                </a:moveTo>
                <a:lnTo>
                  <a:pt x="7967662" y="0"/>
                </a:lnTo>
                <a:lnTo>
                  <a:pt x="7967662" y="6381750"/>
                </a:lnTo>
                <a:lnTo>
                  <a:pt x="2092417" y="6381750"/>
                </a:lnTo>
                <a:cubicBezTo>
                  <a:pt x="936807" y="6381750"/>
                  <a:pt x="0" y="5444943"/>
                  <a:pt x="0" y="4289333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37A41EB4-6FD9-FE6A-2A0E-3807F76DBAE8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492C6F02-615C-6B18-5C82-3E0EB988763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21EB1417-F284-8693-4B49-9F2DAA9FE7E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2255224"/>
            <a:ext cx="3265487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FA58D727-BB58-3FDD-F908-D614190D9C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895344"/>
            <a:ext cx="3254264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Title style</a:t>
            </a:r>
            <a:endParaRPr lang="en-AU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7AF720F-B0B1-5AFC-396A-63C9E3DE519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6" y="1573248"/>
            <a:ext cx="3254264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8059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12F5B3-C559-A051-FED5-A21477E72CAF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96000" y="0"/>
            <a:ext cx="6096000" cy="6381750"/>
          </a:xfrm>
          <a:custGeom>
            <a:avLst/>
            <a:gdLst>
              <a:gd name="csX0" fmla="*/ 0 w 6096000"/>
              <a:gd name="csY0" fmla="*/ 0 h 6381750"/>
              <a:gd name="csX1" fmla="*/ 6096000 w 6096000"/>
              <a:gd name="csY1" fmla="*/ 0 h 6381750"/>
              <a:gd name="csX2" fmla="*/ 6096000 w 6096000"/>
              <a:gd name="csY2" fmla="*/ 6381750 h 6381750"/>
              <a:gd name="csX3" fmla="*/ 2092417 w 6096000"/>
              <a:gd name="csY3" fmla="*/ 6381750 h 6381750"/>
              <a:gd name="csX4" fmla="*/ 0 w 6096000"/>
              <a:gd name="csY4" fmla="*/ 4289333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96000" h="6381750">
                <a:moveTo>
                  <a:pt x="0" y="0"/>
                </a:moveTo>
                <a:lnTo>
                  <a:pt x="6096000" y="0"/>
                </a:lnTo>
                <a:lnTo>
                  <a:pt x="6096000" y="6381750"/>
                </a:lnTo>
                <a:lnTo>
                  <a:pt x="2092417" y="6381750"/>
                </a:lnTo>
                <a:cubicBezTo>
                  <a:pt x="936807" y="6381750"/>
                  <a:pt x="0" y="5444943"/>
                  <a:pt x="0" y="4289333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C8F7C4A3-CF6C-9203-4F5F-FB7CE707F06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5617A2B1-826A-2C9C-BE3A-17E5CF5A0B29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3A3D459F-7726-6A0A-5AED-4ECEB303B90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2255224"/>
            <a:ext cx="5040512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F533A7A0-F601-4B65-6D3F-089EE59FA1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895344"/>
            <a:ext cx="5023189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Title style</a:t>
            </a:r>
            <a:endParaRPr lang="en-AU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1906848-6332-CAAE-B118-3335117D9E7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1573248"/>
            <a:ext cx="502318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849677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40E460D2-9EB1-1D28-B6B6-A8FE18449EDA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7F612023-6665-FA3A-30D0-374517F61E48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C70C628A-9409-8A34-7DD1-450B750B023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7008815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4A7D26F4-036A-F2F1-403F-445458B4A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895344"/>
            <a:ext cx="6984728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698A590-2A25-0F65-E755-28E9F0E25E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1573248"/>
            <a:ext cx="698472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9CCE597F-86D7-DE24-0269-B59E472911C3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967662" y="0"/>
            <a:ext cx="4224338" cy="6381750"/>
          </a:xfrm>
          <a:custGeom>
            <a:avLst/>
            <a:gdLst>
              <a:gd name="csX0" fmla="*/ 0 w 4224338"/>
              <a:gd name="csY0" fmla="*/ 0 h 6381750"/>
              <a:gd name="csX1" fmla="*/ 4224338 w 4224338"/>
              <a:gd name="csY1" fmla="*/ 0 h 6381750"/>
              <a:gd name="csX2" fmla="*/ 4224338 w 4224338"/>
              <a:gd name="csY2" fmla="*/ 6381750 h 6381750"/>
              <a:gd name="csX3" fmla="*/ 1475312 w 4224338"/>
              <a:gd name="csY3" fmla="*/ 6381750 h 6381750"/>
              <a:gd name="csX4" fmla="*/ 0 w 4224338"/>
              <a:gd name="csY4" fmla="*/ 4906438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24338" h="6381750">
                <a:moveTo>
                  <a:pt x="0" y="0"/>
                </a:moveTo>
                <a:lnTo>
                  <a:pt x="4224338" y="0"/>
                </a:lnTo>
                <a:lnTo>
                  <a:pt x="4224338" y="6381750"/>
                </a:lnTo>
                <a:lnTo>
                  <a:pt x="1475312" y="6381750"/>
                </a:lnTo>
                <a:cubicBezTo>
                  <a:pt x="660520" y="6381750"/>
                  <a:pt x="0" y="5721230"/>
                  <a:pt x="0" y="4906438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35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Two Thirds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5E8E5-FC3F-4B02-8560-314161E659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83E44-C534-44A2-8F6E-F9372FE5C6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7FE2C2C7-E69B-D4BD-540E-94A6945AA55A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479425" y="2255224"/>
            <a:ext cx="3456335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3D4A3C22-A0DB-4971-AE76-220B913547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895344"/>
            <a:ext cx="3449836" cy="46905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style</a:t>
            </a:r>
            <a:endParaRPr lang="en-AU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FC7C509-88E0-8755-5280-4C93616BFE2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6" y="1573248"/>
            <a:ext cx="344983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6187B4F8-6381-7CB4-1769-4E71DA1485DB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224338" y="0"/>
            <a:ext cx="7967662" cy="6381750"/>
          </a:xfrm>
          <a:custGeom>
            <a:avLst/>
            <a:gdLst>
              <a:gd name="csX0" fmla="*/ 0 w 7967662"/>
              <a:gd name="csY0" fmla="*/ 0 h 6381750"/>
              <a:gd name="csX1" fmla="*/ 7967662 w 7967662"/>
              <a:gd name="csY1" fmla="*/ 0 h 6381750"/>
              <a:gd name="csX2" fmla="*/ 7967662 w 7967662"/>
              <a:gd name="csY2" fmla="*/ 6381750 h 6381750"/>
              <a:gd name="csX3" fmla="*/ 2092417 w 7967662"/>
              <a:gd name="csY3" fmla="*/ 6381750 h 6381750"/>
              <a:gd name="csX4" fmla="*/ 0 w 7967662"/>
              <a:gd name="csY4" fmla="*/ 4289333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967662" h="6381750">
                <a:moveTo>
                  <a:pt x="0" y="0"/>
                </a:moveTo>
                <a:lnTo>
                  <a:pt x="7967662" y="0"/>
                </a:lnTo>
                <a:lnTo>
                  <a:pt x="7967662" y="6381750"/>
                </a:lnTo>
                <a:lnTo>
                  <a:pt x="2092417" y="6381750"/>
                </a:lnTo>
                <a:cubicBezTo>
                  <a:pt x="936807" y="6381750"/>
                  <a:pt x="0" y="5444943"/>
                  <a:pt x="0" y="4289333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045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Half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5E8E5-FC3F-4B02-8560-314161E659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83E44-C534-44A2-8F6E-F9372FE5C6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4E95E40-1F67-A4BD-91C4-10B06BFC341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96000" y="0"/>
            <a:ext cx="6096000" cy="6381750"/>
          </a:xfrm>
          <a:custGeom>
            <a:avLst/>
            <a:gdLst>
              <a:gd name="csX0" fmla="*/ 0 w 6096000"/>
              <a:gd name="csY0" fmla="*/ 0 h 6381750"/>
              <a:gd name="csX1" fmla="*/ 6096000 w 6096000"/>
              <a:gd name="csY1" fmla="*/ 0 h 6381750"/>
              <a:gd name="csX2" fmla="*/ 6096000 w 6096000"/>
              <a:gd name="csY2" fmla="*/ 6381750 h 6381750"/>
              <a:gd name="csX3" fmla="*/ 2092417 w 6096000"/>
              <a:gd name="csY3" fmla="*/ 6381750 h 6381750"/>
              <a:gd name="csX4" fmla="*/ 0 w 6096000"/>
              <a:gd name="csY4" fmla="*/ 4289333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96000" h="6381750">
                <a:moveTo>
                  <a:pt x="0" y="0"/>
                </a:moveTo>
                <a:lnTo>
                  <a:pt x="6096000" y="0"/>
                </a:lnTo>
                <a:lnTo>
                  <a:pt x="6096000" y="6381750"/>
                </a:lnTo>
                <a:lnTo>
                  <a:pt x="2092417" y="6381750"/>
                </a:lnTo>
                <a:cubicBezTo>
                  <a:pt x="936807" y="6381750"/>
                  <a:pt x="0" y="5444943"/>
                  <a:pt x="0" y="4289333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9B085CFE-8F09-5C09-45D9-4593D77EC854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479425" y="2255224"/>
            <a:ext cx="5040512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6" name="Title 3">
            <a:extLst>
              <a:ext uri="{FF2B5EF4-FFF2-40B4-BE49-F238E27FC236}">
                <a16:creationId xmlns:a16="http://schemas.microsoft.com/office/drawing/2014/main" id="{02FC4ACD-EFA3-1B1F-4B54-E7DC753B95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895344"/>
            <a:ext cx="5031034" cy="46905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style</a:t>
            </a:r>
            <a:endParaRPr lang="en-AU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21290900-1990-559A-FAD4-99BAAD6596A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1573248"/>
            <a:ext cx="5031034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33336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One Third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8508C9E-FE7C-44AA-84C7-0471A04346C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52737AE-AB1C-425B-82B5-B5D4E120803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17195E38-7FC6-7C82-976B-914090CDBB7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7166223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15B1274-67FF-A2FC-0D74-AEBB180AC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895344"/>
            <a:ext cx="7152748" cy="46905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8B058D29-C047-45AA-11DE-4409C6E9A09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1573248"/>
            <a:ext cx="715274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AF4C80DA-14CA-F090-B26A-86FCAC7C3DA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967662" y="0"/>
            <a:ext cx="4224338" cy="6381750"/>
          </a:xfrm>
          <a:custGeom>
            <a:avLst/>
            <a:gdLst>
              <a:gd name="csX0" fmla="*/ 0 w 4224338"/>
              <a:gd name="csY0" fmla="*/ 0 h 6381750"/>
              <a:gd name="csX1" fmla="*/ 4224338 w 4224338"/>
              <a:gd name="csY1" fmla="*/ 0 h 6381750"/>
              <a:gd name="csX2" fmla="*/ 4224338 w 4224338"/>
              <a:gd name="csY2" fmla="*/ 6381750 h 6381750"/>
              <a:gd name="csX3" fmla="*/ 1475312 w 4224338"/>
              <a:gd name="csY3" fmla="*/ 6381750 h 6381750"/>
              <a:gd name="csX4" fmla="*/ 0 w 4224338"/>
              <a:gd name="csY4" fmla="*/ 4906438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24338" h="6381750">
                <a:moveTo>
                  <a:pt x="0" y="0"/>
                </a:moveTo>
                <a:lnTo>
                  <a:pt x="4224338" y="0"/>
                </a:lnTo>
                <a:lnTo>
                  <a:pt x="4224338" y="6381750"/>
                </a:lnTo>
                <a:lnTo>
                  <a:pt x="1475312" y="6381750"/>
                </a:lnTo>
                <a:cubicBezTo>
                  <a:pt x="660520" y="6381750"/>
                  <a:pt x="0" y="5721230"/>
                  <a:pt x="0" y="4906438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427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B39BD51-2E8D-4FDD-8EEB-A7A9070EDD6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407049" y="-1"/>
            <a:ext cx="3888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86B950FF-5CC1-4A3A-ABA9-ADF58494DD0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07049" y="3432144"/>
            <a:ext cx="3888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BA2B0415-0383-4B33-9E29-9ADFC2A054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293490" y="-1"/>
            <a:ext cx="3924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4966C236-904D-498D-801E-8C4057C0A03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293490" y="3432144"/>
            <a:ext cx="3924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F4FF51F-8DC8-4E19-BB72-27E7B862578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4BF4B32-3145-473F-ACA2-E9AC7D19B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4" y="893308"/>
            <a:ext cx="3419087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Title style</a:t>
            </a:r>
            <a:endParaRPr lang="en-AU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919CBD8E-3770-7829-B81C-887EC570AA5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3419087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2F3770-19C5-C250-0939-BF474B72D8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79424" y="1573248"/>
            <a:ext cx="34190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373846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ext &amp;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44D1A49-1FEC-4FD2-B560-402C9B2E281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85949" y="3862812"/>
            <a:ext cx="3587751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59B66CF-A807-44F1-A681-793122F8A03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84431" y="3862812"/>
            <a:ext cx="3485678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6B4B4A83-90AC-42EA-83C2-FA846246885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18302" y="3862065"/>
            <a:ext cx="3594272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1E1143-CBAC-4E3D-95E2-1F1E3980ADD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4035F6F-B1C5-4CB7-9CF1-E5C49956EAC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9EFA8B0-6F1D-3FA5-D5DE-A78BF8759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272CD57-BDE9-E3AF-4B63-2D4ED2B9B85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35EAB24A-D8DA-1396-1E18-B18BBCBFDE5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3587751" cy="13177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1007295-B63F-1B35-3794-AF5DE83FCA49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8124823" y="2255224"/>
            <a:ext cx="3587751" cy="13177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C8E6D614-DBC8-6713-90B3-CFDB14071850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384431" y="2255224"/>
            <a:ext cx="3485678" cy="13177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555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9669" y="3271415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B01E9CDC-2523-40AE-AF29-5A44EBFD8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04000" y="3271415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58449337-35B4-44F8-8D00-F0C15EFB9C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9669" y="5418030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63A3128-4CA8-48D5-B82E-7EDA918D7F3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04000" y="5418030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40CD5A08-CA4F-41B8-A1B0-488A6EC4481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91107" y="5418129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E82035B-DC9A-432B-8519-2243ECF2A4F3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8EC4C1B-640F-47AB-A0DF-816F2F8FB16E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D2368-D448-4F04-824D-4A3EF656D5ED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1944150" y="2321516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A9649456-8637-4360-BBD3-85C56C7B2274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5628481" y="2321516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ABC2BBD3-CE16-4D42-BE52-82E0EEDC972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091107" y="3271415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C5A7B488-C2A3-4A1D-9325-F1CD7F4FEF8D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9315588" y="2321516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A07AED75-9446-4235-B6D5-E94B587A90EC}"/>
              </a:ext>
            </a:extLst>
          </p:cNvPr>
          <p:cNvSpPr>
            <a:spLocks noGrp="1"/>
          </p:cNvSpPr>
          <p:nvPr>
            <p:ph sz="quarter" idx="45" hasCustomPrompt="1"/>
          </p:nvPr>
        </p:nvSpPr>
        <p:spPr>
          <a:xfrm>
            <a:off x="1944150" y="4478190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154C06CF-1094-450B-B523-120305F61CF8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5628481" y="4478190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A79A2BE6-224B-4008-A847-524C659BA6DE}"/>
              </a:ext>
            </a:extLst>
          </p:cNvPr>
          <p:cNvSpPr>
            <a:spLocks noGrp="1"/>
          </p:cNvSpPr>
          <p:nvPr>
            <p:ph sz="quarter" idx="47" hasCustomPrompt="1"/>
          </p:nvPr>
        </p:nvSpPr>
        <p:spPr>
          <a:xfrm>
            <a:off x="9315588" y="4478190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B2B5AAD5-088A-40FA-8D98-F1660EE9440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9669" y="3545553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B96D700E-8A32-4E42-821F-DCAA6F725DD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404000" y="3545553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B4C604B0-1898-4D36-B3EA-B6BC5BA6D5F0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091107" y="3545553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E99A811A-E6D0-4129-9394-A6BD6BC81158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19669" y="5722695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92ABE221-1714-464C-9F47-13AA952154A9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404000" y="5722695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D31D0BA8-500F-44DE-802E-21AECAE96B24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091107" y="5722695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FA28934-1104-B82C-2D0A-4CF994E99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E463A811-89AA-C956-B600-9A35D201FD5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695552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C9748A61-6439-491A-9457-33A20862D25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12705" y="2363152"/>
            <a:ext cx="1584308" cy="1584000"/>
          </a:xfrm>
          <a:prstGeom prst="rect">
            <a:avLst/>
          </a:prstGeom>
          <a:solidFill>
            <a:schemeClr val="accent1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8861" y="4307192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9BA9F9C4-C84A-43FB-A465-E020A9EB63D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861" y="4581330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C17937B0-FDCD-421A-9652-36A59CE227A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5655" y="2363152"/>
            <a:ext cx="1584308" cy="1584000"/>
          </a:xfrm>
          <a:prstGeom prst="rect">
            <a:avLst/>
          </a:prstGeom>
          <a:solidFill>
            <a:srgbClr val="962A8B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7AB4A338-5CDA-4742-A7F5-F49D6BE9AD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81811" y="4307192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9452123C-C6A2-4D45-AF62-5B6E775B6C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581811" y="4581330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3DCBEBCB-7877-4BC1-BA6D-4E809F947A5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719695" y="2363152"/>
            <a:ext cx="1584308" cy="1584000"/>
          </a:xfrm>
          <a:prstGeom prst="rect">
            <a:avLst/>
          </a:prstGeom>
          <a:solidFill>
            <a:srgbClr val="999490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2FE7559D-9529-40D4-8025-F2B8ED38A99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35851" y="4307192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2382D6B5-B43B-46F1-B879-42FA4CCBD20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335851" y="4581330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791F1A27-3497-4ECD-AAAC-804B3DF8F9F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48303" y="2363152"/>
            <a:ext cx="1584308" cy="1584000"/>
          </a:xfrm>
          <a:prstGeom prst="rect">
            <a:avLst/>
          </a:prstGeom>
          <a:solidFill>
            <a:srgbClr val="D7D1CC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E0498A31-1633-4E6B-8EAE-AF4FDE6233F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64459" y="4307192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9A54FCE6-6684-449A-86E0-142437219426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164459" y="4581330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9CEE3C6-C898-476B-873B-DAEEB357A992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EACAED-B859-46A5-951B-270C91500FC6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1D54C86-4413-02C5-0A93-C116834BD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1DE0003D-4D2E-6D51-02D8-02AC677C461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368918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with Dark Purp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99" y="1272894"/>
            <a:ext cx="5346039" cy="5108856"/>
          </a:xfrm>
          <a:prstGeom prst="rect">
            <a:avLst/>
          </a:prstGeom>
          <a:solidFill>
            <a:schemeClr val="accent1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EE6526-1DB9-4ECD-86C1-1BB926D7D9F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40CA88-D0CE-4C3C-BA4A-CB5E62584F1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43C3501C-A414-1050-2672-EEB7D3C6A72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3305818"/>
            <a:ext cx="5616576" cy="30759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9739FA73-74C3-3748-1FAD-0F81FFA07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8BE621-24F9-2556-D4EB-4F4F23113F0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511580"/>
            <a:ext cx="561657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902461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with Neutral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99" y="1276218"/>
            <a:ext cx="5342561" cy="5105532"/>
          </a:xfrm>
          <a:prstGeom prst="rect">
            <a:avLst/>
          </a:prstGeom>
          <a:solidFill>
            <a:srgbClr val="D7D1CC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E8DCA5-91C8-4DF9-B37E-735B2EA5D36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FFC83A9-C0D2-49A3-AC00-E1A4A64271B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A2D64416-2888-E40E-073B-DD693DAFFE5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3305818"/>
            <a:ext cx="5616576" cy="30759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82C05B-EB5F-7ECF-A4E8-1B62959B2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3CE0BA62-FA81-2B23-6BD2-F6FA2742488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511580"/>
            <a:ext cx="561657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95759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with Grey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1276218"/>
            <a:ext cx="5327974" cy="5091592"/>
          </a:xfrm>
          <a:prstGeom prst="rect">
            <a:avLst/>
          </a:prstGeom>
          <a:solidFill>
            <a:srgbClr val="999490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DA6B27-3249-4E2E-BD52-822F0E96F78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28ACE60-DF21-472F-8FF6-A086BB2C114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62319ED4-653B-CEC3-3E72-36058D6EFF1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3305818"/>
            <a:ext cx="5616576" cy="30759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3ECAFF-C941-D5FA-A0CA-8CDF274A4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E7E0213-976A-5628-635C-AC60B7531B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511580"/>
            <a:ext cx="561657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502857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Dark Purp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EE6526-1DB9-4ECD-86C1-1BB926D7D9F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40CA88-D0CE-4C3C-BA4A-CB5E62584F1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9739FA73-74C3-3748-1FAD-0F81FFA07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8BE621-24F9-2556-D4EB-4F4F23113F0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511580"/>
            <a:ext cx="561657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5613D74-E949-9C78-0F5C-A4BEC4A31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3305818"/>
            <a:ext cx="5616575" cy="30759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 dirty="0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B39DF032-A55C-0205-77CC-FBAD702882E9}"/>
              </a:ext>
            </a:extLst>
          </p:cNvPr>
          <p:cNvSpPr/>
          <p:nvPr userDrawn="1"/>
        </p:nvSpPr>
        <p:spPr>
          <a:xfrm>
            <a:off x="6384600" y="1290158"/>
            <a:ext cx="5327974" cy="5091592"/>
          </a:xfrm>
          <a:custGeom>
            <a:avLst/>
            <a:gdLst>
              <a:gd name="csX0" fmla="*/ 0 w 5327974"/>
              <a:gd name="csY0" fmla="*/ 0 h 5091592"/>
              <a:gd name="csX1" fmla="*/ 5327974 w 5327974"/>
              <a:gd name="csY1" fmla="*/ 0 h 5091592"/>
              <a:gd name="csX2" fmla="*/ 5327974 w 5327974"/>
              <a:gd name="csY2" fmla="*/ 3717460 h 5091592"/>
              <a:gd name="csX3" fmla="*/ 3953842 w 5327974"/>
              <a:gd name="csY3" fmla="*/ 5091592 h 5091592"/>
              <a:gd name="csX4" fmla="*/ 0 w 5327974"/>
              <a:gd name="csY4" fmla="*/ 5091592 h 50915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327974" h="5091592">
                <a:moveTo>
                  <a:pt x="0" y="0"/>
                </a:moveTo>
                <a:lnTo>
                  <a:pt x="5327974" y="0"/>
                </a:lnTo>
                <a:lnTo>
                  <a:pt x="5327974" y="3717460"/>
                </a:lnTo>
                <a:cubicBezTo>
                  <a:pt x="5327974" y="4476372"/>
                  <a:pt x="4712754" y="5091592"/>
                  <a:pt x="3953842" y="5091592"/>
                </a:cubicBezTo>
                <a:lnTo>
                  <a:pt x="0" y="509159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15FB939B-1052-2EB4-A2BD-0ACCD8CBF9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99" y="1671293"/>
            <a:ext cx="4895977" cy="4329323"/>
          </a:xfrm>
          <a:prstGeom prst="rect">
            <a:avLst/>
          </a:prstGeom>
          <a:noFill/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87680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Neutral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E8DCA5-91C8-4DF9-B37E-735B2EA5D36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FFC83A9-C0D2-49A3-AC00-E1A4A64271B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82C05B-EB5F-7ECF-A4E8-1B62959B2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3CE0BA62-FA81-2B23-6BD2-F6FA2742488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511580"/>
            <a:ext cx="561657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1920B90-DAA5-B751-5EA1-5F06FA9E90BE}"/>
              </a:ext>
            </a:extLst>
          </p:cNvPr>
          <p:cNvSpPr>
            <a:spLocks noGrp="1"/>
          </p:cNvSpPr>
          <p:nvPr>
            <p:ph idx="32"/>
          </p:nvPr>
        </p:nvSpPr>
        <p:spPr>
          <a:xfrm>
            <a:off x="479425" y="3305818"/>
            <a:ext cx="5616575" cy="30844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F226896-64ED-7B6B-AAB5-7F257FD8F066}"/>
              </a:ext>
            </a:extLst>
          </p:cNvPr>
          <p:cNvSpPr/>
          <p:nvPr userDrawn="1"/>
        </p:nvSpPr>
        <p:spPr>
          <a:xfrm>
            <a:off x="6384600" y="1290158"/>
            <a:ext cx="5327974" cy="5091592"/>
          </a:xfrm>
          <a:custGeom>
            <a:avLst/>
            <a:gdLst>
              <a:gd name="csX0" fmla="*/ 0 w 5327974"/>
              <a:gd name="csY0" fmla="*/ 0 h 5091592"/>
              <a:gd name="csX1" fmla="*/ 5327974 w 5327974"/>
              <a:gd name="csY1" fmla="*/ 0 h 5091592"/>
              <a:gd name="csX2" fmla="*/ 5327974 w 5327974"/>
              <a:gd name="csY2" fmla="*/ 3717460 h 5091592"/>
              <a:gd name="csX3" fmla="*/ 3953842 w 5327974"/>
              <a:gd name="csY3" fmla="*/ 5091592 h 5091592"/>
              <a:gd name="csX4" fmla="*/ 0 w 5327974"/>
              <a:gd name="csY4" fmla="*/ 5091592 h 50915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327974" h="5091592">
                <a:moveTo>
                  <a:pt x="0" y="0"/>
                </a:moveTo>
                <a:lnTo>
                  <a:pt x="5327974" y="0"/>
                </a:lnTo>
                <a:lnTo>
                  <a:pt x="5327974" y="3717460"/>
                </a:lnTo>
                <a:cubicBezTo>
                  <a:pt x="5327974" y="4476372"/>
                  <a:pt x="4712754" y="5091592"/>
                  <a:pt x="3953842" y="5091592"/>
                </a:cubicBezTo>
                <a:lnTo>
                  <a:pt x="0" y="509159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97368B7D-B079-FEEC-53CC-564CF45D43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99" y="1671293"/>
            <a:ext cx="4895977" cy="4329323"/>
          </a:xfrm>
          <a:prstGeom prst="rect">
            <a:avLst/>
          </a:prstGeom>
          <a:noFill/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44166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Grey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DA6B27-3249-4E2E-BD52-822F0E96F78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28ACE60-DF21-472F-8FF6-A086BB2C114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3ECAFF-C941-D5FA-A0CA-8CDF274A4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E7E0213-976A-5628-635C-AC60B7531B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511580"/>
            <a:ext cx="561657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51D36C-464A-753A-A6C2-6007FD2CD35B}"/>
              </a:ext>
            </a:extLst>
          </p:cNvPr>
          <p:cNvSpPr>
            <a:spLocks noGrp="1"/>
          </p:cNvSpPr>
          <p:nvPr>
            <p:ph idx="32"/>
          </p:nvPr>
        </p:nvSpPr>
        <p:spPr>
          <a:xfrm>
            <a:off x="479425" y="3314346"/>
            <a:ext cx="5616575" cy="306740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65853BB6-C502-32B6-58E2-30B288C2E679}"/>
              </a:ext>
            </a:extLst>
          </p:cNvPr>
          <p:cNvSpPr/>
          <p:nvPr userDrawn="1"/>
        </p:nvSpPr>
        <p:spPr>
          <a:xfrm>
            <a:off x="6384600" y="1290158"/>
            <a:ext cx="5327974" cy="5091592"/>
          </a:xfrm>
          <a:custGeom>
            <a:avLst/>
            <a:gdLst>
              <a:gd name="csX0" fmla="*/ 0 w 5327974"/>
              <a:gd name="csY0" fmla="*/ 0 h 5091592"/>
              <a:gd name="csX1" fmla="*/ 5327974 w 5327974"/>
              <a:gd name="csY1" fmla="*/ 0 h 5091592"/>
              <a:gd name="csX2" fmla="*/ 5327974 w 5327974"/>
              <a:gd name="csY2" fmla="*/ 3717460 h 5091592"/>
              <a:gd name="csX3" fmla="*/ 3953842 w 5327974"/>
              <a:gd name="csY3" fmla="*/ 5091592 h 5091592"/>
              <a:gd name="csX4" fmla="*/ 0 w 5327974"/>
              <a:gd name="csY4" fmla="*/ 5091592 h 50915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327974" h="5091592">
                <a:moveTo>
                  <a:pt x="0" y="0"/>
                </a:moveTo>
                <a:lnTo>
                  <a:pt x="5327974" y="0"/>
                </a:lnTo>
                <a:lnTo>
                  <a:pt x="5327974" y="3717460"/>
                </a:lnTo>
                <a:cubicBezTo>
                  <a:pt x="5327974" y="4476372"/>
                  <a:pt x="4712754" y="5091592"/>
                  <a:pt x="3953842" y="5091592"/>
                </a:cubicBezTo>
                <a:lnTo>
                  <a:pt x="0" y="509159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DD3F47B8-B250-F48C-4B21-5272C7937F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99" y="1671293"/>
            <a:ext cx="4895977" cy="4329323"/>
          </a:xfrm>
          <a:prstGeom prst="rect">
            <a:avLst/>
          </a:prstGeom>
          <a:noFill/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736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u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EA75515C-08B2-490C-B8D9-273E0B4B79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12200" y="2255224"/>
            <a:ext cx="3584502" cy="3671777"/>
          </a:xfrm>
          <a:prstGeom prst="rect">
            <a:avLst/>
          </a:prstGeom>
          <a:solidFill>
            <a:schemeClr val="accent1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A8D97C9-2BD4-40D2-8A9C-5D0FDC041E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5300" y="2245259"/>
            <a:ext cx="3584502" cy="3671777"/>
          </a:xfrm>
          <a:prstGeom prst="rect">
            <a:avLst/>
          </a:prstGeom>
          <a:solidFill>
            <a:srgbClr val="962A8B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409A6CC-1C55-4870-8E22-205BA52568D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03750" y="2247916"/>
            <a:ext cx="3584502" cy="3671777"/>
          </a:xfrm>
          <a:prstGeom prst="rect">
            <a:avLst/>
          </a:prstGeom>
          <a:solidFill>
            <a:srgbClr val="999490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B490FF1-595C-4C0F-8493-0452D9413FE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171E7-B6F7-4135-91FD-8404DE6A1A0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13184A03-36F4-FCF1-20AB-9B1635CBE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3BFBA294-9F8C-CCE9-9C42-DAD73C473A9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4028239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C400A7-6A57-42A4-9CC7-26ED632D030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D824B6-391C-442D-8A27-0B268DB3667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40A5220A-8DEB-49E1-AD72-4DE38F10001D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94748" y="2255224"/>
            <a:ext cx="5412047" cy="1490789"/>
          </a:xfrm>
          <a:custGeom>
            <a:avLst/>
            <a:gdLst>
              <a:gd name="connsiteX0" fmla="*/ 0 w 5198532"/>
              <a:gd name="connsiteY0" fmla="*/ 0 h 1368226"/>
              <a:gd name="connsiteX1" fmla="*/ 5198532 w 5198532"/>
              <a:gd name="connsiteY1" fmla="*/ 0 h 1368226"/>
              <a:gd name="connsiteX2" fmla="*/ 5198532 w 5198532"/>
              <a:gd name="connsiteY2" fmla="*/ 1368226 h 1368226"/>
              <a:gd name="connsiteX3" fmla="*/ 0 w 5198532"/>
              <a:gd name="connsiteY3" fmla="*/ 1368226 h 1368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8532" h="1368226">
                <a:moveTo>
                  <a:pt x="0" y="0"/>
                </a:moveTo>
                <a:lnTo>
                  <a:pt x="5198532" y="0"/>
                </a:lnTo>
                <a:lnTo>
                  <a:pt x="5198532" y="1368226"/>
                </a:lnTo>
                <a:lnTo>
                  <a:pt x="0" y="1368226"/>
                </a:lnTo>
                <a:close/>
              </a:path>
            </a:pathLst>
          </a:custGeo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AU" dirty="0"/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ACC5E923-0F11-FC3D-67D3-132B5FEF90D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76325" y="3959842"/>
            <a:ext cx="5430470" cy="242190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31A52EEE-7440-4E1E-7FFA-F213B4D84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4E25D70-C914-D1F1-DA51-874D6B0D504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2" name="Content Placeholder 28">
            <a:extLst>
              <a:ext uri="{FF2B5EF4-FFF2-40B4-BE49-F238E27FC236}">
                <a16:creationId xmlns:a16="http://schemas.microsoft.com/office/drawing/2014/main" id="{68A78954-C598-334A-B4E0-A0F0D0361E61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6285207" y="4890961"/>
            <a:ext cx="5412047" cy="1490789"/>
          </a:xfrm>
          <a:custGeom>
            <a:avLst/>
            <a:gdLst>
              <a:gd name="connsiteX0" fmla="*/ 0 w 5198532"/>
              <a:gd name="connsiteY0" fmla="*/ 0 h 1368226"/>
              <a:gd name="connsiteX1" fmla="*/ 5198532 w 5198532"/>
              <a:gd name="connsiteY1" fmla="*/ 0 h 1368226"/>
              <a:gd name="connsiteX2" fmla="*/ 5198532 w 5198532"/>
              <a:gd name="connsiteY2" fmla="*/ 1368226 h 1368226"/>
              <a:gd name="connsiteX3" fmla="*/ 0 w 5198532"/>
              <a:gd name="connsiteY3" fmla="*/ 1368226 h 1368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8532" h="1368226">
                <a:moveTo>
                  <a:pt x="0" y="0"/>
                </a:moveTo>
                <a:lnTo>
                  <a:pt x="5198532" y="0"/>
                </a:lnTo>
                <a:lnTo>
                  <a:pt x="5198532" y="1368226"/>
                </a:lnTo>
                <a:lnTo>
                  <a:pt x="0" y="1368226"/>
                </a:lnTo>
                <a:close/>
              </a:path>
            </a:pathLst>
          </a:custGeo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AU" dirty="0"/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50AAF34-C7A5-1CA9-8F66-9A655EC50CB8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266782" y="2252914"/>
            <a:ext cx="5430470" cy="242190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21181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1680838C-6DDD-4367-8C7B-8D49AA3A036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313483" y="2653252"/>
            <a:ext cx="5399089" cy="15678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AU" dirty="0"/>
              <a:t> </a:t>
            </a:r>
          </a:p>
        </p:txBody>
      </p:sp>
      <p:sp>
        <p:nvSpPr>
          <p:cNvPr id="20" name="Content Placeholder 18">
            <a:extLst>
              <a:ext uri="{FF2B5EF4-FFF2-40B4-BE49-F238E27FC236}">
                <a16:creationId xmlns:a16="http://schemas.microsoft.com/office/drawing/2014/main" id="{8C9CC71C-D628-4B8C-8AB1-D318B0D686C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13484" y="4705409"/>
            <a:ext cx="5399089" cy="168738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FFB469D-AB37-445A-8C5C-9EDAC47CC60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13485" y="4426925"/>
            <a:ext cx="5401302" cy="3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400" b="1">
                <a:solidFill>
                  <a:schemeClr val="accent1"/>
                </a:solidFill>
              </a:defRPr>
            </a:lvl1pPr>
            <a:lvl6pPr>
              <a:defRPr b="0"/>
            </a:lvl6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807C1-4AC5-41D4-9F66-2FFE2C9FCBEE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B1CA24C-277F-4699-AACD-0CE7FA333A21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E3EEABC2-F12A-48B3-8BD1-6F2CE1CA242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313484" y="2255225"/>
            <a:ext cx="5401300" cy="3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400" b="1">
                <a:solidFill>
                  <a:schemeClr val="accent1"/>
                </a:solidFill>
              </a:defRPr>
            </a:lvl1pPr>
            <a:lvl6pPr>
              <a:defRPr b="0"/>
            </a:lvl6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3F5296CB-B0A0-30E7-090B-56B41A0A015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2255225"/>
            <a:ext cx="5399092" cy="196586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48E43D-6B82-3167-3033-C5FED3360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E86FE995-3B5D-9762-9039-0BBDE09B5AF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996A8804-7F42-E0AD-5EA9-31B3BD29CF8B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79425" y="4426925"/>
            <a:ext cx="5399092" cy="196586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58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3817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r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3" name="Round Single Corner of Rectangle 2">
            <a:extLst>
              <a:ext uri="{FF2B5EF4-FFF2-40B4-BE49-F238E27FC236}">
                <a16:creationId xmlns:a16="http://schemas.microsoft.com/office/drawing/2014/main" id="{399FF534-67D4-0EFF-0B99-EB851F0BE3FA}"/>
              </a:ext>
            </a:extLst>
          </p:cNvPr>
          <p:cNvSpPr/>
          <p:nvPr userDrawn="1"/>
        </p:nvSpPr>
        <p:spPr>
          <a:xfrm flipV="1">
            <a:off x="-2" y="-2"/>
            <a:ext cx="4224339" cy="4653138"/>
          </a:xfrm>
          <a:prstGeom prst="round1Rect">
            <a:avLst>
              <a:gd name="adj" fmla="val 3614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0E0A63-1F9B-1571-43D9-67471477C42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5F4232F0-4BC3-B918-E23C-ECE63CF2596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40763F8E-28D5-4BDE-80DF-96A4787EE4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9425" y="1628775"/>
            <a:ext cx="3024336" cy="1538883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2000" b="1" spc="25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in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urna</a:t>
            </a:r>
            <a:endParaRPr lang="en-US" dirty="0"/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85847EAE-4FDC-4DCA-935E-54F8FC4431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3585038"/>
            <a:ext cx="2160191" cy="215444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400" b="0" spc="25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680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3817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r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3" name="Round Single Corner of Rectangle 2">
            <a:extLst>
              <a:ext uri="{FF2B5EF4-FFF2-40B4-BE49-F238E27FC236}">
                <a16:creationId xmlns:a16="http://schemas.microsoft.com/office/drawing/2014/main" id="{399FF534-67D4-0EFF-0B99-EB851F0BE3FA}"/>
              </a:ext>
            </a:extLst>
          </p:cNvPr>
          <p:cNvSpPr/>
          <p:nvPr userDrawn="1"/>
        </p:nvSpPr>
        <p:spPr>
          <a:xfrm flipV="1">
            <a:off x="-2" y="-2"/>
            <a:ext cx="4224339" cy="4653138"/>
          </a:xfrm>
          <a:prstGeom prst="round1Rect">
            <a:avLst>
              <a:gd name="adj" fmla="val 3614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0E0A63-1F9B-1571-43D9-67471477C42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5F4232F0-4BC3-B918-E23C-ECE63CF2596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40763F8E-28D5-4BDE-80DF-96A4787EE4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9425" y="1628775"/>
            <a:ext cx="3024336" cy="1538883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2000" b="1" spc="25" dirty="0" smtClean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in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urna</a:t>
            </a:r>
            <a:endParaRPr lang="en-US" dirty="0"/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85847EAE-4FDC-4DCA-935E-54F8FC4431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3585038"/>
            <a:ext cx="2160191" cy="215444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400" b="0" spc="25" dirty="0" smtClean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40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0D5A62B6-F116-49B4-8113-732AC813C248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480356" y="2240725"/>
            <a:ext cx="11228570" cy="4141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C298BCD9-9C21-56E1-7707-F77B44BB3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77B2126-C11C-FA39-C0A6-D201513ACEB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60477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B02A2A-B474-483E-8BA0-6F967ADE97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68D10-C8CC-42E5-BF51-D9C5BB3F4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FEDE633B-2FE4-48AB-9CD1-2A1EB093AF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96026" y="3108744"/>
            <a:ext cx="2304000" cy="32724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0F20EE-FF0D-49B8-9D8F-6FF4988FD153}"/>
              </a:ext>
            </a:extLst>
          </p:cNvPr>
          <p:cNvSpPr/>
          <p:nvPr userDrawn="1"/>
        </p:nvSpPr>
        <p:spPr>
          <a:xfrm>
            <a:off x="479425" y="1381104"/>
            <a:ext cx="3442433" cy="5000040"/>
          </a:xfrm>
          <a:prstGeom prst="rect">
            <a:avLst/>
          </a:prstGeom>
          <a:gradFill flip="none" rotWithShape="1">
            <a:gsLst>
              <a:gs pos="38000">
                <a:schemeClr val="accent1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icture Placeholder 21">
            <a:extLst>
              <a:ext uri="{FF2B5EF4-FFF2-40B4-BE49-F238E27FC236}">
                <a16:creationId xmlns:a16="http://schemas.microsoft.com/office/drawing/2014/main" id="{BDF2E1FE-5917-4797-9E49-44EFF262153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372290" y="1381104"/>
            <a:ext cx="2301456" cy="32724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B3DC9EC2-22B3-4E80-AE40-B61675B3E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1700734"/>
            <a:ext cx="2952328" cy="172826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C6F5E5E-0BED-4A63-B208-AD4730EC3F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67408" y="5553582"/>
            <a:ext cx="2808312" cy="49327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b="0" spc="25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>
              <a:defRPr lang="en-US" sz="1800" smtClean="0">
                <a:latin typeface="+mn-lt"/>
              </a:defRPr>
            </a:lvl2pPr>
            <a:lvl3pPr>
              <a:defRPr lang="en-US" sz="1800" smtClean="0">
                <a:latin typeface="+mn-lt"/>
              </a:defRPr>
            </a:lvl3pPr>
            <a:lvl4pPr>
              <a:defRPr lang="en-US" sz="1800" smtClean="0">
                <a:latin typeface="+mn-lt"/>
              </a:defRPr>
            </a:lvl4pPr>
            <a:lvl5pPr>
              <a:defRPr lang="en-AU" sz="1800">
                <a:latin typeface="+mn-lt"/>
              </a:defRPr>
            </a:lvl5pPr>
          </a:lstStyle>
          <a:p>
            <a:pPr marL="12700" lvl="0">
              <a:lnSpc>
                <a:spcPct val="12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</a:t>
            </a:r>
          </a:p>
        </p:txBody>
      </p:sp>
      <p:sp>
        <p:nvSpPr>
          <p:cNvPr id="23" name="Picture Placeholder 21">
            <a:extLst>
              <a:ext uri="{FF2B5EF4-FFF2-40B4-BE49-F238E27FC236}">
                <a16:creationId xmlns:a16="http://schemas.microsoft.com/office/drawing/2014/main" id="{4D4DB864-F519-D798-00B8-776A89ECC33A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3996026" y="1381104"/>
            <a:ext cx="2304000" cy="1656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21">
            <a:extLst>
              <a:ext uri="{FF2B5EF4-FFF2-40B4-BE49-F238E27FC236}">
                <a16:creationId xmlns:a16="http://schemas.microsoft.com/office/drawing/2014/main" id="{C0A41928-C063-9695-DECC-1289A16CF3FE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372290" y="4725144"/>
            <a:ext cx="2301456" cy="1656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C176FF6-6361-5464-4628-C711AA413326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746010" y="1381104"/>
            <a:ext cx="2966565" cy="5000040"/>
          </a:xfrm>
          <a:custGeom>
            <a:avLst/>
            <a:gdLst>
              <a:gd name="csX0" fmla="*/ 0 w 2966565"/>
              <a:gd name="csY0" fmla="*/ 0 h 5000040"/>
              <a:gd name="csX1" fmla="*/ 2472128 w 2966565"/>
              <a:gd name="csY1" fmla="*/ 0 h 5000040"/>
              <a:gd name="csX2" fmla="*/ 2966565 w 2966565"/>
              <a:gd name="csY2" fmla="*/ 494437 h 5000040"/>
              <a:gd name="csX3" fmla="*/ 2966565 w 2966565"/>
              <a:gd name="csY3" fmla="*/ 5000040 h 5000040"/>
              <a:gd name="csX4" fmla="*/ 0 w 2966565"/>
              <a:gd name="csY4" fmla="*/ 5000040 h 50000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966565" h="5000040">
                <a:moveTo>
                  <a:pt x="0" y="0"/>
                </a:moveTo>
                <a:lnTo>
                  <a:pt x="2472128" y="0"/>
                </a:lnTo>
                <a:cubicBezTo>
                  <a:pt x="2745198" y="0"/>
                  <a:pt x="2966565" y="221367"/>
                  <a:pt x="2966565" y="494437"/>
                </a:cubicBezTo>
                <a:lnTo>
                  <a:pt x="2966565" y="5000040"/>
                </a:lnTo>
                <a:lnTo>
                  <a:pt x="0" y="50000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325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B677706-EC87-69BB-A13C-3DBE025C78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479394" y="3563385"/>
            <a:ext cx="3254263" cy="30777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2000" b="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 surname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57E80FD-A9E1-4484-8211-7013D6A255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79425" y="2568471"/>
            <a:ext cx="3192289" cy="720081"/>
          </a:xfrm>
        </p:spPr>
        <p:txBody>
          <a:bodyPr vert="horz" lIns="0" tIns="0" rIns="0" bIns="0" rtlCol="0" anchor="t" anchorCtr="0">
            <a:normAutofit/>
          </a:bodyPr>
          <a:lstStyle>
            <a:lvl1pPr>
              <a:defRPr lang="en-AU" sz="480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US" dirty="0"/>
              <a:t>Contact</a:t>
            </a:r>
            <a:endParaRPr lang="en-AU" dirty="0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5455254C-E52B-428E-99C5-B07B839CF2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479394" y="3904257"/>
            <a:ext cx="3254263" cy="215444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Title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0C9C026C-FB6A-4A62-B08F-1942BF1B44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479394" y="4204989"/>
            <a:ext cx="2200924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Name.surname@uq.edu.au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4FF2464-4B77-4CFF-BDD7-A46E59DD32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479394" y="4420889"/>
            <a:ext cx="1346522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+61 412 345 678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B390C960-6A71-CA12-5620-0AC363122755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479376" y="6283729"/>
            <a:ext cx="178574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 • TEQSA PRV12080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E50D34-62BC-17A1-2183-1AFBC4F90F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250"/>
            <a:ext cx="1584127" cy="41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547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CF271C1A-1346-A2EE-441D-A300778FD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1608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Brand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9933EA7-FE92-4C6D-8733-61E671888999}"/>
              </a:ext>
            </a:extLst>
          </p:cNvPr>
          <p:cNvSpPr/>
          <p:nvPr userDrawn="1"/>
        </p:nvSpPr>
        <p:spPr bwMode="white">
          <a:xfrm>
            <a:off x="2" y="-27384"/>
            <a:ext cx="12191999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F016725-1C5D-4F6E-900B-3580ED1B4E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7FE64C-392C-4148-996C-A5BCCCAC7B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03EC6B-DCAC-6CBC-8ED2-C5FC949EF8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684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9425" y="763960"/>
            <a:ext cx="9576000" cy="46905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[Title]</a:t>
            </a:r>
            <a:endParaRPr lang="en-AU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9425" y="6381750"/>
            <a:ext cx="3744913" cy="476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8567" y="6381750"/>
            <a:ext cx="504007" cy="476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B3D40D-3A3C-4C3B-B5E3-57416DC62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2030400"/>
            <a:ext cx="9576000" cy="36718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87ADE36-9EB9-1A3D-CE99-C5552C1ECBB9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4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672"/>
            <a:ext cx="1584127" cy="415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833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819" r:id="rId2"/>
    <p:sldLayoutId id="2147483816" r:id="rId3"/>
    <p:sldLayoutId id="2147483799" r:id="rId4"/>
    <p:sldLayoutId id="2147483800" r:id="rId5"/>
    <p:sldLayoutId id="2147483792" r:id="rId6"/>
    <p:sldLayoutId id="2147483650" r:id="rId7"/>
    <p:sldLayoutId id="2147483652" r:id="rId8"/>
    <p:sldLayoutId id="2147483778" r:id="rId9"/>
    <p:sldLayoutId id="2147483804" r:id="rId10"/>
    <p:sldLayoutId id="2147483805" r:id="rId11"/>
    <p:sldLayoutId id="2147483803" r:id="rId12"/>
    <p:sldLayoutId id="2147483806" r:id="rId13"/>
    <p:sldLayoutId id="2147483779" r:id="rId14"/>
    <p:sldLayoutId id="2147483728" r:id="rId15"/>
    <p:sldLayoutId id="2147483656" r:id="rId16"/>
    <p:sldLayoutId id="2147483732" r:id="rId17"/>
    <p:sldLayoutId id="2147483793" r:id="rId18"/>
    <p:sldLayoutId id="2147483657" r:id="rId19"/>
    <p:sldLayoutId id="2147483765" r:id="rId20"/>
    <p:sldLayoutId id="2147483787" r:id="rId21"/>
    <p:sldLayoutId id="2147483788" r:id="rId22"/>
    <p:sldLayoutId id="2147483794" r:id="rId23"/>
    <p:sldLayoutId id="2147483795" r:id="rId24"/>
    <p:sldLayoutId id="2147483796" r:id="rId25"/>
    <p:sldLayoutId id="2147483791" r:id="rId26"/>
    <p:sldLayoutId id="2147483797" r:id="rId27"/>
    <p:sldLayoutId id="2147483790" r:id="rId28"/>
    <p:sldLayoutId id="2147483798" r:id="rId29"/>
    <p:sldLayoutId id="2147483768" r:id="rId30"/>
    <p:sldLayoutId id="2147483770" r:id="rId31"/>
    <p:sldLayoutId id="2147483771" r:id="rId32"/>
    <p:sldLayoutId id="2147483821" r:id="rId33"/>
    <p:sldLayoutId id="2147483822" r:id="rId34"/>
    <p:sldLayoutId id="2147483823" r:id="rId35"/>
    <p:sldLayoutId id="2147483789" r:id="rId36"/>
    <p:sldLayoutId id="2147483776" r:id="rId37"/>
    <p:sldLayoutId id="2147483777" r:id="rId38"/>
    <p:sldLayoutId id="2147483820" r:id="rId39"/>
    <p:sldLayoutId id="2147483808" r:id="rId40"/>
    <p:sldLayoutId id="2147483814" r:id="rId41"/>
    <p:sldLayoutId id="2147483811" r:id="rId42"/>
    <p:sldLayoutId id="2147483780" r:id="rId43"/>
    <p:sldLayoutId id="2147483813" r:id="rId44"/>
    <p:sldLayoutId id="2147483812" r:id="rId4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tx1"/>
        </a:buClr>
        <a:buFont typeface="Arial" panose="020B0604020202020204" pitchFamily="34" charset="0"/>
        <a:buNone/>
        <a:defRPr lang="en-US" sz="1400" b="1" kern="1200" dirty="0">
          <a:solidFill>
            <a:schemeClr val="accent1"/>
          </a:solidFill>
          <a:latin typeface="+mn-lt"/>
          <a:ea typeface="+mn-ea"/>
          <a:cs typeface="+mn-cs"/>
        </a:defRPr>
      </a:lvl1pPr>
      <a:lvl2pPr marL="612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tx1"/>
        </a:buClr>
        <a:buFont typeface="Arial" panose="020B0604020202020204" pitchFamily="34" charset="0"/>
        <a:buNone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79388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accent1"/>
        </a:buClr>
        <a:buSzPct val="120000"/>
        <a:buFont typeface="Arial" panose="020B0604020202020204" pitchFamily="34" charset="0"/>
        <a:buChar char="•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277813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DM Sans" pitchFamily="2" charset="0"/>
        <a:buChar char="–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4pPr>
      <a:lvl5pPr marL="723900" indent="-26670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Char char="•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spcBef>
          <a:spcPts val="600"/>
        </a:spcBef>
        <a:spcAft>
          <a:spcPts val="300"/>
        </a:spcAft>
        <a:buFont typeface="Arial" pitchFamily="34" charset="0"/>
        <a:buNone/>
        <a:defRPr lang="en-AU" sz="1600" b="0" kern="1200" baseline="0" dirty="0">
          <a:solidFill>
            <a:schemeClr val="accent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3" pos="302" userDrawn="1">
          <p15:clr>
            <a:srgbClr val="F26B43"/>
          </p15:clr>
        </p15:guide>
        <p15:guide id="7" orient="horz" pos="300" userDrawn="1">
          <p15:clr>
            <a:srgbClr val="F26B43"/>
          </p15:clr>
        </p15:guide>
        <p15:guide id="11" orient="horz" pos="4020" userDrawn="1">
          <p15:clr>
            <a:srgbClr val="F26B43"/>
          </p15:clr>
        </p15:guide>
        <p15:guide id="13" pos="7378" userDrawn="1">
          <p15:clr>
            <a:srgbClr val="F26B43"/>
          </p15:clr>
        </p15:guide>
        <p15:guide id="14" orient="horz" pos="1026" userDrawn="1">
          <p15:clr>
            <a:srgbClr val="F26B43"/>
          </p15:clr>
        </p15:guide>
        <p15:guide id="19" orient="horz" pos="1661" userDrawn="1">
          <p15:clr>
            <a:srgbClr val="F26B43"/>
          </p15:clr>
        </p15:guide>
        <p15:guide id="20" orient="horz" pos="1933" userDrawn="1">
          <p15:clr>
            <a:srgbClr val="F26B43"/>
          </p15:clr>
        </p15:guide>
        <p15:guide id="21" pos="2661" userDrawn="1">
          <p15:clr>
            <a:srgbClr val="F26B43"/>
          </p15:clr>
        </p15:guide>
        <p15:guide id="22" pos="501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7415914-B0F2-426D-AA44-7C1F712B2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Privacy-Preserving Federated Learning for Distributed Skin Disease Classification</a:t>
            </a:r>
            <a:endParaRPr lang="en-AU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25BCEC-EFFB-497F-B9B3-B96601F0F0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9203" y="4365104"/>
            <a:ext cx="5020733" cy="644057"/>
          </a:xfrm>
        </p:spPr>
        <p:txBody>
          <a:bodyPr/>
          <a:lstStyle/>
          <a:p>
            <a:r>
              <a:rPr lang="en-AU" dirty="0"/>
              <a:t>Alex Gu</a:t>
            </a:r>
          </a:p>
          <a:p>
            <a:r>
              <a:rPr lang="en-AU" dirty="0"/>
              <a:t>Supervised by </a:t>
            </a:r>
          </a:p>
          <a:p>
            <a:r>
              <a:rPr lang="en-AU" dirty="0"/>
              <a:t>Ruihong Qiu and Helen Huang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5ABA7F1E-3791-4BE9-8BF0-D6B09694A4AC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335585" y="0"/>
            <a:ext cx="6856415" cy="6858003"/>
          </a:xfr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CE55737-D773-9322-5688-61A6F6D73387}"/>
              </a:ext>
            </a:extLst>
          </p:cNvPr>
          <p:cNvSpPr txBox="1"/>
          <p:nvPr/>
        </p:nvSpPr>
        <p:spPr bwMode="gray">
          <a:xfrm>
            <a:off x="-2400944" y="33844"/>
            <a:ext cx="2080959" cy="30469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AU" sz="1100" dirty="0">
                <a:solidFill>
                  <a:srgbClr val="000000"/>
                </a:solidFill>
              </a:rPr>
              <a:t>Inserting an image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100" dirty="0">
                <a:solidFill>
                  <a:srgbClr val="000000"/>
                </a:solidFill>
              </a:rPr>
              <a:t>You can easily drop in a new image by selecting a placeholder and dragging an image onto it (or press the “insert image” icon in the middle of the placeholder.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100" dirty="0">
                <a:solidFill>
                  <a:srgbClr val="000000"/>
                </a:solidFill>
              </a:rPr>
              <a:t>Then be sure to right click and select ‘send to back’. </a:t>
            </a:r>
          </a:p>
          <a:p>
            <a:endParaRPr lang="en-AU" sz="1100" dirty="0">
              <a:solidFill>
                <a:srgbClr val="000000"/>
              </a:solidFill>
            </a:endParaRPr>
          </a:p>
          <a:p>
            <a:r>
              <a:rPr lang="en-AU" sz="1100" dirty="0">
                <a:solidFill>
                  <a:srgbClr val="000000"/>
                </a:solidFill>
              </a:rPr>
              <a:t>To replace an image on a populated slide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100" dirty="0">
                <a:solidFill>
                  <a:srgbClr val="000000"/>
                </a:solidFill>
              </a:rPr>
              <a:t>Click Reset on the Home tab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100" dirty="0">
                <a:solidFill>
                  <a:srgbClr val="000000"/>
                </a:solidFill>
              </a:rPr>
              <a:t>Delete the existing image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100" dirty="0">
                <a:solidFill>
                  <a:srgbClr val="000000"/>
                </a:solidFill>
              </a:rPr>
              <a:t>Click icon to insert a new image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100" dirty="0">
                <a:solidFill>
                  <a:srgbClr val="000000"/>
                </a:solidFill>
              </a:rPr>
              <a:t>Right click and choose “send to back”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1EF6D69-ADD9-40E1-4746-EC155C9028FB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-2933683" y="161872"/>
            <a:ext cx="335767" cy="274418"/>
            <a:chOff x="431" y="79"/>
            <a:chExt cx="4882" cy="3990"/>
          </a:xfrm>
          <a:solidFill>
            <a:schemeClr val="accent1"/>
          </a:solidFill>
        </p:grpSpPr>
        <p:sp>
          <p:nvSpPr>
            <p:cNvPr id="17" name="Oval 9">
              <a:extLst>
                <a:ext uri="{FF2B5EF4-FFF2-40B4-BE49-F238E27FC236}">
                  <a16:creationId xmlns:a16="http://schemas.microsoft.com/office/drawing/2014/main" id="{A0D1ECC1-62DF-8DBC-4CCE-CB0B16CE03B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895" y="1299"/>
              <a:ext cx="1953" cy="195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24604BE0-96BC-61EF-D44A-E06C15FDC0C8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431" y="79"/>
              <a:ext cx="4882" cy="3990"/>
            </a:xfrm>
            <a:custGeom>
              <a:avLst/>
              <a:gdLst>
                <a:gd name="T0" fmla="*/ 736 w 800"/>
                <a:gd name="T1" fmla="*/ 134 h 654"/>
                <a:gd name="T2" fmla="*/ 622 w 800"/>
                <a:gd name="T3" fmla="*/ 134 h 654"/>
                <a:gd name="T4" fmla="*/ 569 w 800"/>
                <a:gd name="T5" fmla="*/ 0 h 654"/>
                <a:gd name="T6" fmla="*/ 231 w 800"/>
                <a:gd name="T7" fmla="*/ 0 h 654"/>
                <a:gd name="T8" fmla="*/ 178 w 800"/>
                <a:gd name="T9" fmla="*/ 134 h 654"/>
                <a:gd name="T10" fmla="*/ 160 w 800"/>
                <a:gd name="T11" fmla="*/ 134 h 654"/>
                <a:gd name="T12" fmla="*/ 160 w 800"/>
                <a:gd name="T13" fmla="*/ 67 h 654"/>
                <a:gd name="T14" fmla="*/ 80 w 800"/>
                <a:gd name="T15" fmla="*/ 67 h 654"/>
                <a:gd name="T16" fmla="*/ 80 w 800"/>
                <a:gd name="T17" fmla="*/ 134 h 654"/>
                <a:gd name="T18" fmla="*/ 64 w 800"/>
                <a:gd name="T19" fmla="*/ 134 h 654"/>
                <a:gd name="T20" fmla="*/ 0 w 800"/>
                <a:gd name="T21" fmla="*/ 198 h 654"/>
                <a:gd name="T22" fmla="*/ 0 w 800"/>
                <a:gd name="T23" fmla="*/ 589 h 654"/>
                <a:gd name="T24" fmla="*/ 64 w 800"/>
                <a:gd name="T25" fmla="*/ 654 h 654"/>
                <a:gd name="T26" fmla="*/ 736 w 800"/>
                <a:gd name="T27" fmla="*/ 654 h 654"/>
                <a:gd name="T28" fmla="*/ 800 w 800"/>
                <a:gd name="T29" fmla="*/ 589 h 654"/>
                <a:gd name="T30" fmla="*/ 800 w 800"/>
                <a:gd name="T31" fmla="*/ 198 h 654"/>
                <a:gd name="T32" fmla="*/ 736 w 800"/>
                <a:gd name="T33" fmla="*/ 134 h 654"/>
                <a:gd name="T34" fmla="*/ 133 w 800"/>
                <a:gd name="T35" fmla="*/ 134 h 654"/>
                <a:gd name="T36" fmla="*/ 107 w 800"/>
                <a:gd name="T37" fmla="*/ 134 h 654"/>
                <a:gd name="T38" fmla="*/ 107 w 800"/>
                <a:gd name="T39" fmla="*/ 94 h 654"/>
                <a:gd name="T40" fmla="*/ 133 w 800"/>
                <a:gd name="T41" fmla="*/ 94 h 654"/>
                <a:gd name="T42" fmla="*/ 133 w 800"/>
                <a:gd name="T43" fmla="*/ 134 h 654"/>
                <a:gd name="T44" fmla="*/ 400 w 800"/>
                <a:gd name="T45" fmla="*/ 600 h 654"/>
                <a:gd name="T46" fmla="*/ 160 w 800"/>
                <a:gd name="T47" fmla="*/ 360 h 654"/>
                <a:gd name="T48" fmla="*/ 400 w 800"/>
                <a:gd name="T49" fmla="*/ 120 h 654"/>
                <a:gd name="T50" fmla="*/ 640 w 800"/>
                <a:gd name="T51" fmla="*/ 360 h 654"/>
                <a:gd name="T52" fmla="*/ 400 w 800"/>
                <a:gd name="T53" fmla="*/ 600 h 654"/>
                <a:gd name="T54" fmla="*/ 693 w 800"/>
                <a:gd name="T55" fmla="*/ 294 h 654"/>
                <a:gd name="T56" fmla="*/ 640 w 800"/>
                <a:gd name="T57" fmla="*/ 240 h 654"/>
                <a:gd name="T58" fmla="*/ 693 w 800"/>
                <a:gd name="T59" fmla="*/ 187 h 654"/>
                <a:gd name="T60" fmla="*/ 747 w 800"/>
                <a:gd name="T61" fmla="*/ 240 h 654"/>
                <a:gd name="T62" fmla="*/ 693 w 800"/>
                <a:gd name="T63" fmla="*/ 294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654">
                  <a:moveTo>
                    <a:pt x="736" y="134"/>
                  </a:moveTo>
                  <a:lnTo>
                    <a:pt x="622" y="134"/>
                  </a:lnTo>
                  <a:lnTo>
                    <a:pt x="569" y="0"/>
                  </a:lnTo>
                  <a:lnTo>
                    <a:pt x="231" y="0"/>
                  </a:lnTo>
                  <a:lnTo>
                    <a:pt x="178" y="134"/>
                  </a:lnTo>
                  <a:lnTo>
                    <a:pt x="160" y="134"/>
                  </a:lnTo>
                  <a:lnTo>
                    <a:pt x="160" y="67"/>
                  </a:lnTo>
                  <a:lnTo>
                    <a:pt x="80" y="67"/>
                  </a:lnTo>
                  <a:lnTo>
                    <a:pt x="80" y="134"/>
                  </a:lnTo>
                  <a:lnTo>
                    <a:pt x="64" y="134"/>
                  </a:lnTo>
                  <a:cubicBezTo>
                    <a:pt x="29" y="134"/>
                    <a:pt x="0" y="162"/>
                    <a:pt x="0" y="198"/>
                  </a:cubicBezTo>
                  <a:lnTo>
                    <a:pt x="0" y="589"/>
                  </a:lnTo>
                  <a:cubicBezTo>
                    <a:pt x="0" y="625"/>
                    <a:pt x="29" y="654"/>
                    <a:pt x="64" y="654"/>
                  </a:cubicBezTo>
                  <a:lnTo>
                    <a:pt x="736" y="654"/>
                  </a:lnTo>
                  <a:cubicBezTo>
                    <a:pt x="771" y="654"/>
                    <a:pt x="800" y="625"/>
                    <a:pt x="800" y="589"/>
                  </a:cubicBezTo>
                  <a:lnTo>
                    <a:pt x="800" y="198"/>
                  </a:lnTo>
                  <a:cubicBezTo>
                    <a:pt x="800" y="162"/>
                    <a:pt x="771" y="134"/>
                    <a:pt x="736" y="134"/>
                  </a:cubicBezTo>
                  <a:close/>
                  <a:moveTo>
                    <a:pt x="133" y="134"/>
                  </a:moveTo>
                  <a:lnTo>
                    <a:pt x="107" y="134"/>
                  </a:lnTo>
                  <a:lnTo>
                    <a:pt x="107" y="94"/>
                  </a:lnTo>
                  <a:lnTo>
                    <a:pt x="133" y="94"/>
                  </a:lnTo>
                  <a:lnTo>
                    <a:pt x="133" y="134"/>
                  </a:lnTo>
                  <a:close/>
                  <a:moveTo>
                    <a:pt x="400" y="600"/>
                  </a:moveTo>
                  <a:cubicBezTo>
                    <a:pt x="268" y="600"/>
                    <a:pt x="160" y="493"/>
                    <a:pt x="160" y="360"/>
                  </a:cubicBezTo>
                  <a:cubicBezTo>
                    <a:pt x="160" y="228"/>
                    <a:pt x="268" y="120"/>
                    <a:pt x="400" y="120"/>
                  </a:cubicBezTo>
                  <a:cubicBezTo>
                    <a:pt x="532" y="120"/>
                    <a:pt x="640" y="228"/>
                    <a:pt x="640" y="360"/>
                  </a:cubicBezTo>
                  <a:cubicBezTo>
                    <a:pt x="640" y="493"/>
                    <a:pt x="532" y="600"/>
                    <a:pt x="400" y="600"/>
                  </a:cubicBezTo>
                  <a:close/>
                  <a:moveTo>
                    <a:pt x="693" y="294"/>
                  </a:moveTo>
                  <a:cubicBezTo>
                    <a:pt x="664" y="294"/>
                    <a:pt x="640" y="270"/>
                    <a:pt x="640" y="240"/>
                  </a:cubicBezTo>
                  <a:cubicBezTo>
                    <a:pt x="640" y="211"/>
                    <a:pt x="664" y="187"/>
                    <a:pt x="693" y="187"/>
                  </a:cubicBezTo>
                  <a:cubicBezTo>
                    <a:pt x="723" y="187"/>
                    <a:pt x="747" y="211"/>
                    <a:pt x="747" y="240"/>
                  </a:cubicBezTo>
                  <a:cubicBezTo>
                    <a:pt x="747" y="270"/>
                    <a:pt x="723" y="294"/>
                    <a:pt x="693" y="29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19" name="Donut 24">
            <a:extLst>
              <a:ext uri="{FF2B5EF4-FFF2-40B4-BE49-F238E27FC236}">
                <a16:creationId xmlns:a16="http://schemas.microsoft.com/office/drawing/2014/main" id="{9A19DB07-B600-957A-A871-09C79454867A}"/>
              </a:ext>
            </a:extLst>
          </p:cNvPr>
          <p:cNvSpPr/>
          <p:nvPr/>
        </p:nvSpPr>
        <p:spPr bwMode="gray">
          <a:xfrm>
            <a:off x="-3041694" y="33844"/>
            <a:ext cx="540060" cy="540060"/>
          </a:xfrm>
          <a:prstGeom prst="donut">
            <a:avLst>
              <a:gd name="adj" fmla="val 708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Freeform 5">
            <a:extLst>
              <a:ext uri="{FF2B5EF4-FFF2-40B4-BE49-F238E27FC236}">
                <a16:creationId xmlns:a16="http://schemas.microsoft.com/office/drawing/2014/main" id="{DC09E6E8-9208-DBBB-548D-0AB27E118E80}"/>
              </a:ext>
            </a:extLst>
          </p:cNvPr>
          <p:cNvSpPr>
            <a:spLocks noEditPoints="1"/>
          </p:cNvSpPr>
          <p:nvPr/>
        </p:nvSpPr>
        <p:spPr bwMode="gray">
          <a:xfrm>
            <a:off x="-3053321" y="303874"/>
            <a:ext cx="155642" cy="338230"/>
          </a:xfrm>
          <a:custGeom>
            <a:avLst/>
            <a:gdLst>
              <a:gd name="T0" fmla="*/ 469 w 613"/>
              <a:gd name="T1" fmla="*/ 0 h 1333"/>
              <a:gd name="T2" fmla="*/ 603 w 613"/>
              <a:gd name="T3" fmla="*/ 131 h 1333"/>
              <a:gd name="T4" fmla="*/ 424 w 613"/>
              <a:gd name="T5" fmla="*/ 298 h 1333"/>
              <a:gd name="T6" fmla="*/ 293 w 613"/>
              <a:gd name="T7" fmla="*/ 165 h 1333"/>
              <a:gd name="T8" fmla="*/ 469 w 613"/>
              <a:gd name="T9" fmla="*/ 0 h 1333"/>
              <a:gd name="T10" fmla="*/ 194 w 613"/>
              <a:gd name="T11" fmla="*/ 1333 h 1333"/>
              <a:gd name="T12" fmla="*/ 121 w 613"/>
              <a:gd name="T13" fmla="*/ 1098 h 1333"/>
              <a:gd name="T14" fmla="*/ 202 w 613"/>
              <a:gd name="T15" fmla="*/ 759 h 1333"/>
              <a:gd name="T16" fmla="*/ 202 w 613"/>
              <a:gd name="T17" fmla="*/ 683 h 1333"/>
              <a:gd name="T18" fmla="*/ 35 w 613"/>
              <a:gd name="T19" fmla="*/ 757 h 1333"/>
              <a:gd name="T20" fmla="*/ 0 w 613"/>
              <a:gd name="T21" fmla="*/ 699 h 1333"/>
              <a:gd name="T22" fmla="*/ 453 w 613"/>
              <a:gd name="T23" fmla="*/ 468 h 1333"/>
              <a:gd name="T24" fmla="*/ 500 w 613"/>
              <a:gd name="T25" fmla="*/ 683 h 1333"/>
              <a:gd name="T26" fmla="*/ 408 w 613"/>
              <a:gd name="T27" fmla="*/ 1040 h 1333"/>
              <a:gd name="T28" fmla="*/ 415 w 613"/>
              <a:gd name="T29" fmla="*/ 1125 h 1333"/>
              <a:gd name="T30" fmla="*/ 573 w 613"/>
              <a:gd name="T31" fmla="*/ 1044 h 1333"/>
              <a:gd name="T32" fmla="*/ 613 w 613"/>
              <a:gd name="T33" fmla="*/ 1098 h 1333"/>
              <a:gd name="T34" fmla="*/ 194 w 613"/>
              <a:gd name="T35" fmla="*/ 1333 h 13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613" h="1333">
                <a:moveTo>
                  <a:pt x="469" y="0"/>
                </a:moveTo>
                <a:cubicBezTo>
                  <a:pt x="558" y="0"/>
                  <a:pt x="603" y="61"/>
                  <a:pt x="603" y="131"/>
                </a:cubicBezTo>
                <a:cubicBezTo>
                  <a:pt x="603" y="217"/>
                  <a:pt x="525" y="298"/>
                  <a:pt x="424" y="298"/>
                </a:cubicBezTo>
                <a:cubicBezTo>
                  <a:pt x="340" y="298"/>
                  <a:pt x="290" y="248"/>
                  <a:pt x="293" y="165"/>
                </a:cubicBezTo>
                <a:cubicBezTo>
                  <a:pt x="293" y="96"/>
                  <a:pt x="351" y="0"/>
                  <a:pt x="469" y="0"/>
                </a:cubicBezTo>
                <a:close/>
                <a:moveTo>
                  <a:pt x="194" y="1333"/>
                </a:moveTo>
                <a:cubicBezTo>
                  <a:pt x="123" y="1333"/>
                  <a:pt x="72" y="1290"/>
                  <a:pt x="121" y="1098"/>
                </a:cubicBezTo>
                <a:lnTo>
                  <a:pt x="202" y="759"/>
                </a:lnTo>
                <a:cubicBezTo>
                  <a:pt x="216" y="705"/>
                  <a:pt x="218" y="683"/>
                  <a:pt x="202" y="683"/>
                </a:cubicBezTo>
                <a:cubicBezTo>
                  <a:pt x="181" y="683"/>
                  <a:pt x="89" y="721"/>
                  <a:pt x="35" y="757"/>
                </a:cubicBezTo>
                <a:lnTo>
                  <a:pt x="0" y="699"/>
                </a:lnTo>
                <a:cubicBezTo>
                  <a:pt x="171" y="553"/>
                  <a:pt x="369" y="468"/>
                  <a:pt x="453" y="468"/>
                </a:cubicBezTo>
                <a:cubicBezTo>
                  <a:pt x="524" y="468"/>
                  <a:pt x="536" y="552"/>
                  <a:pt x="500" y="683"/>
                </a:cubicBezTo>
                <a:lnTo>
                  <a:pt x="408" y="1040"/>
                </a:lnTo>
                <a:cubicBezTo>
                  <a:pt x="391" y="1103"/>
                  <a:pt x="398" y="1125"/>
                  <a:pt x="415" y="1125"/>
                </a:cubicBezTo>
                <a:cubicBezTo>
                  <a:pt x="436" y="1125"/>
                  <a:pt x="505" y="1098"/>
                  <a:pt x="573" y="1044"/>
                </a:cubicBezTo>
                <a:lnTo>
                  <a:pt x="613" y="1098"/>
                </a:lnTo>
                <a:cubicBezTo>
                  <a:pt x="446" y="1268"/>
                  <a:pt x="264" y="1333"/>
                  <a:pt x="194" y="1333"/>
                </a:cubicBezTo>
                <a:close/>
              </a:path>
            </a:pathLst>
          </a:custGeom>
          <a:solidFill>
            <a:srgbClr val="ED0F69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4559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6B9C696D-DCCA-4DDF-945E-E8B440769978}"/>
              </a:ext>
            </a:extLst>
          </p:cNvPr>
          <p:cNvGraphicFramePr>
            <a:graphicFrameLocks noGrp="1"/>
          </p:cNvGraphicFramePr>
          <p:nvPr>
            <p:ph type="tbl" sz="quarter" idx="12"/>
            <p:extLst>
              <p:ext uri="{D42A27DB-BD31-4B8C-83A1-F6EECF244321}">
                <p14:modId xmlns:p14="http://schemas.microsoft.com/office/powerpoint/2010/main" val="1203921393"/>
              </p:ext>
            </p:extLst>
          </p:nvPr>
        </p:nvGraphicFramePr>
        <p:xfrm>
          <a:off x="498475" y="1628775"/>
          <a:ext cx="5616573" cy="4469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1732">
                  <a:extLst>
                    <a:ext uri="{9D8B030D-6E8A-4147-A177-3AD203B41FA5}">
                      <a16:colId xmlns:a16="http://schemas.microsoft.com/office/drawing/2014/main" val="1412744563"/>
                    </a:ext>
                  </a:extLst>
                </a:gridCol>
                <a:gridCol w="4401744">
                  <a:extLst>
                    <a:ext uri="{9D8B030D-6E8A-4147-A177-3AD203B41FA5}">
                      <a16:colId xmlns:a16="http://schemas.microsoft.com/office/drawing/2014/main" val="4103533323"/>
                    </a:ext>
                  </a:extLst>
                </a:gridCol>
                <a:gridCol w="683097">
                  <a:extLst>
                    <a:ext uri="{9D8B030D-6E8A-4147-A177-3AD203B41FA5}">
                      <a16:colId xmlns:a16="http://schemas.microsoft.com/office/drawing/2014/main" val="4031576228"/>
                    </a:ext>
                  </a:extLst>
                </a:gridCol>
              </a:tblGrid>
              <a:tr h="446981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</a:rPr>
                        <a:t>01</a:t>
                      </a:r>
                      <a:endParaRPr lang="en-US" sz="1400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+mn-lt"/>
                        </a:rPr>
                        <a:t>Lorem ipsum 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  <a:latin typeface="+mn-lt"/>
                        </a:rPr>
                        <a:t>P. XX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0286624"/>
                  </a:ext>
                </a:extLst>
              </a:tr>
              <a:tr h="446981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</a:rPr>
                        <a:t>02</a:t>
                      </a:r>
                      <a:endParaRPr lang="en-US" sz="1400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B1D37"/>
                          </a:solidFill>
                          <a:effectLst/>
                          <a:uLnTx/>
                          <a:uFillTx/>
                          <a:latin typeface="+mn-lt"/>
                        </a:rPr>
                        <a:t>Lorem ipsum 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B1D37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</a:rPr>
                        <a:t>P. XX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3345526"/>
                  </a:ext>
                </a:extLst>
              </a:tr>
              <a:tr h="446981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</a:rPr>
                        <a:t>03</a:t>
                      </a:r>
                      <a:endParaRPr lang="en-US" sz="1400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B1D37"/>
                          </a:solidFill>
                          <a:effectLst/>
                          <a:uLnTx/>
                          <a:uFillTx/>
                          <a:latin typeface="+mn-lt"/>
                        </a:rPr>
                        <a:t>Lorem ipsum 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B1D37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</a:rPr>
                        <a:t>P. XX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60688"/>
                  </a:ext>
                </a:extLst>
              </a:tr>
              <a:tr h="446981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</a:rPr>
                        <a:t>04</a:t>
                      </a:r>
                      <a:endParaRPr lang="en-US" sz="1400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B1D37"/>
                          </a:solidFill>
                          <a:effectLst/>
                          <a:uLnTx/>
                          <a:uFillTx/>
                          <a:latin typeface="+mn-lt"/>
                        </a:rPr>
                        <a:t>Lorem ipsum 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B1D37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</a:rPr>
                        <a:t>P. XX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7917254"/>
                  </a:ext>
                </a:extLst>
              </a:tr>
              <a:tr h="446981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</a:rPr>
                        <a:t>05</a:t>
                      </a:r>
                      <a:endParaRPr lang="en-US" sz="1400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B1D37"/>
                          </a:solidFill>
                          <a:effectLst/>
                          <a:uLnTx/>
                          <a:uFillTx/>
                          <a:latin typeface="+mn-lt"/>
                        </a:rPr>
                        <a:t>Lorem ipsum 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B1D37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</a:rPr>
                        <a:t>P. XX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1853280"/>
                  </a:ext>
                </a:extLst>
              </a:tr>
              <a:tr h="446981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</a:rPr>
                        <a:t>06</a:t>
                      </a:r>
                      <a:endParaRPr lang="en-US" sz="1400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B1D37"/>
                          </a:solidFill>
                          <a:effectLst/>
                          <a:uLnTx/>
                          <a:uFillTx/>
                          <a:latin typeface="+mn-lt"/>
                        </a:rPr>
                        <a:t>Lorem ipsum 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B1D37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</a:rPr>
                        <a:t>P. XX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7558907"/>
                  </a:ext>
                </a:extLst>
              </a:tr>
              <a:tr h="446981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</a:rPr>
                        <a:t>07</a:t>
                      </a:r>
                      <a:endParaRPr lang="en-US" sz="1400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B1D37"/>
                          </a:solidFill>
                          <a:effectLst/>
                          <a:uLnTx/>
                          <a:uFillTx/>
                          <a:latin typeface="+mn-lt"/>
                        </a:rPr>
                        <a:t>Lorem ipsum 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B1D37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</a:rPr>
                        <a:t>P. XX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052663"/>
                  </a:ext>
                </a:extLst>
              </a:tr>
              <a:tr h="446981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</a:rPr>
                        <a:t>08</a:t>
                      </a:r>
                      <a:endParaRPr lang="en-US" sz="1400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B1D37"/>
                          </a:solidFill>
                          <a:effectLst/>
                          <a:uLnTx/>
                          <a:uFillTx/>
                          <a:latin typeface="+mn-lt"/>
                        </a:rPr>
                        <a:t>Lorem ipsum 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B1D37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</a:rPr>
                        <a:t>P. XX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3404345"/>
                  </a:ext>
                </a:extLst>
              </a:tr>
              <a:tr h="446981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</a:rPr>
                        <a:t>09</a:t>
                      </a:r>
                      <a:endParaRPr lang="en-US" sz="1400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B1D37"/>
                          </a:solidFill>
                          <a:effectLst/>
                          <a:uLnTx/>
                          <a:uFillTx/>
                          <a:latin typeface="+mn-lt"/>
                        </a:rPr>
                        <a:t>Lorem ipsum 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B1D37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</a:rPr>
                        <a:t>P. XX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0777568"/>
                  </a:ext>
                </a:extLst>
              </a:tr>
              <a:tr h="446981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</a:rPr>
                        <a:t>10</a:t>
                      </a:r>
                      <a:endParaRPr lang="en-US" sz="1400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B1D37"/>
                          </a:solidFill>
                          <a:effectLst/>
                          <a:uLnTx/>
                          <a:uFillTx/>
                          <a:latin typeface="+mn-lt"/>
                        </a:rPr>
                        <a:t>Lorem ipsum 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B1D37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</a:rPr>
                        <a:t>P. XX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87778189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EB43691-51B2-4EC3-A47A-B9731D211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Contents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3C60EA-5AC1-4EAB-87BE-DA7312BD84D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3475D-D163-489A-84EC-7825EE9AC92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762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803D6-48C8-32B3-991F-279F452E5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203" y="2636912"/>
            <a:ext cx="4012621" cy="1096862"/>
          </a:xfrm>
        </p:spPr>
        <p:txBody>
          <a:bodyPr/>
          <a:lstStyle/>
          <a:p>
            <a:r>
              <a:rPr lang="en-US" dirty="0"/>
              <a:t>Definitions and Background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B59274-D161-7537-910E-CFC789E2C6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6F86B-1496-0B08-1C84-6A70ABE990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F381E-0F4E-371D-333F-46BC7BC73DB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87093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DA7275-BA72-4B36-81F9-16F86F71B62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2255224"/>
            <a:ext cx="9216976" cy="4126526"/>
          </a:xfrm>
        </p:spPr>
        <p:txBody>
          <a:bodyPr/>
          <a:lstStyle/>
          <a:p>
            <a:r>
              <a:rPr lang="en-AU" dirty="0"/>
              <a:t>Federated Learning</a:t>
            </a:r>
          </a:p>
          <a:p>
            <a:pPr lvl="2"/>
            <a:r>
              <a:rPr lang="en-AU" dirty="0"/>
              <a:t>Training a shared model across distributed data without centralising the data</a:t>
            </a:r>
          </a:p>
          <a:p>
            <a:pPr lvl="2"/>
            <a:endParaRPr lang="en-AU" dirty="0"/>
          </a:p>
          <a:p>
            <a:r>
              <a:rPr lang="en-AU" dirty="0"/>
              <a:t>Non-IID</a:t>
            </a:r>
          </a:p>
          <a:p>
            <a:pPr lvl="2"/>
            <a:r>
              <a:rPr lang="en-AU" dirty="0"/>
              <a:t>Not independent and identically distributed data</a:t>
            </a:r>
          </a:p>
          <a:p>
            <a:pPr lvl="2"/>
            <a:r>
              <a:rPr lang="en-AU" dirty="0"/>
              <a:t>Data is distributed differently across nodes</a:t>
            </a:r>
          </a:p>
          <a:p>
            <a:pPr lvl="3"/>
            <a:r>
              <a:rPr lang="en-AU" dirty="0"/>
              <a:t>Data does not come from the same probability distribution</a:t>
            </a:r>
          </a:p>
          <a:p>
            <a:pPr lvl="2"/>
            <a:endParaRPr lang="en-AU" dirty="0"/>
          </a:p>
          <a:p>
            <a:endParaRPr lang="en-A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49B155-7DE3-4876-B7C8-AF7068484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a-DK" dirty="0"/>
              <a:t>Definitions</a:t>
            </a:r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E69BC-A087-42F8-B969-1C91C0FF59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98F5A-E51B-4171-9CF1-C503302298B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4</a:t>
            </a:fld>
            <a:endParaRPr lang="en-A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9C0018-33FE-9817-7364-760BE09D35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2389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The image depicts a simple network diagram with three interconnected nodes, each symbolizing a data service, connected to a central server, which is represented by a square.&#10;&#10;AI-generated content may be incorrect.">
            <a:extLst>
              <a:ext uri="{FF2B5EF4-FFF2-40B4-BE49-F238E27FC236}">
                <a16:creationId xmlns:a16="http://schemas.microsoft.com/office/drawing/2014/main" id="{BE8193BF-29D5-35A4-936D-C786E3EC633B}"/>
              </a:ext>
            </a:extLst>
          </p:cNvPr>
          <p:cNvPicPr>
            <a:picLocks noGrp="1" noChangeAspect="1"/>
          </p:cNvPicPr>
          <p:nvPr>
            <p:ph type="pic" sz="quarter" idx="34"/>
          </p:nvPr>
        </p:nvPicPr>
        <p:blipFill>
          <a:blip r:embed="rId2"/>
          <a:srcRect l="2706" r="3345" b="1"/>
          <a:stretch>
            <a:fillRect/>
          </a:stretch>
        </p:blipFill>
        <p:spPr>
          <a:xfrm>
            <a:off x="4943872" y="1412776"/>
            <a:ext cx="6312024" cy="5055648"/>
          </a:xfrm>
          <a:prstGeom prst="rect">
            <a:avLst/>
          </a:prstGeom>
          <a:noFill/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7AA041C-223A-1288-3D91-8D9087C624CB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79425" y="6381750"/>
            <a:ext cx="3744913" cy="47625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AU" dirty="0"/>
              <a:t>[]1] Hay et al., JID 2017    [2] Esteva et al., Nature 2017</a:t>
            </a:r>
            <a:endParaRPr lang="en-AU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0056F9-F042-32C9-6AA6-6B6F6C11500F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208567" y="6381750"/>
            <a:ext cx="504007" cy="47625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917DE0E-AFB1-41FD-BC35-27DB61CA125F}" type="slidenum">
              <a:rPr lang="en-AU" smtClean="0"/>
              <a:pPr>
                <a:spcAft>
                  <a:spcPts val="600"/>
                </a:spcAft>
              </a:pPr>
              <a:t>5</a:t>
            </a:fld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A5CF54-66C5-75AC-091C-B4A66C93E65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2255224"/>
            <a:ext cx="3265487" cy="4126526"/>
          </a:xfrm>
        </p:spPr>
        <p:txBody>
          <a:bodyPr>
            <a:normAutofit/>
          </a:bodyPr>
          <a:lstStyle/>
          <a:p>
            <a:r>
              <a:rPr lang="en-AU" b="0" dirty="0"/>
              <a:t>Skin diseases are among the most prevalent health conditions globally. [1]</a:t>
            </a:r>
          </a:p>
          <a:p>
            <a:r>
              <a:rPr lang="en-AU" b="0" dirty="0"/>
              <a:t>Deep learning can classify dermatologist level [2] but generalisation requires diverse data across skin tones, imaging hardware and patient demographics.</a:t>
            </a:r>
          </a:p>
          <a:p>
            <a:r>
              <a:rPr lang="en-AU" b="0" dirty="0"/>
              <a:t>In practice, this data sits in separate health institutions. HIPAA and GDPR restrict centralisation, so a single institution rarely holds enough data to train a robust classifier.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83D081-3324-250D-0EFD-CDEF091DF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895344"/>
            <a:ext cx="3254264" cy="469056"/>
          </a:xfrm>
        </p:spPr>
        <p:txBody>
          <a:bodyPr anchor="t">
            <a:normAutofit/>
          </a:bodyPr>
          <a:lstStyle/>
          <a:p>
            <a:r>
              <a:rPr lang="en-AU" sz="3300"/>
              <a:t>Motivation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4977C57-7D2F-3E8A-7CDD-F7C02222C40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79426" y="1573248"/>
            <a:ext cx="3254264" cy="50613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844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">
            <a:extLst>
              <a:ext uri="{FF2B5EF4-FFF2-40B4-BE49-F238E27FC236}">
                <a16:creationId xmlns:a16="http://schemas.microsoft.com/office/drawing/2014/main" id="{BCBA606D-F8FF-65DD-8189-D595C57CE9A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78394-A4E6-74F4-95E4-1731E6BA5E2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7" y="6381750"/>
            <a:ext cx="504007" cy="47625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917DE0E-AFB1-41FD-BC35-27DB61CA125F}" type="slidenum">
              <a:rPr lang="en-AU" smtClean="0"/>
              <a:pPr>
                <a:spcAft>
                  <a:spcPts val="600"/>
                </a:spcAft>
              </a:pPr>
              <a:t>6</a:t>
            </a:fld>
            <a:endParaRPr lang="en-AU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3D1A4C-46CC-BF77-5BEC-B17110D97E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3587751" cy="4126526"/>
          </a:xfrm>
        </p:spPr>
        <p:txBody>
          <a:bodyPr>
            <a:normAutofit/>
          </a:bodyPr>
          <a:lstStyle/>
          <a:p>
            <a:r>
              <a:rPr lang="en-AU" b="0" dirty="0"/>
              <a:t>Federated Averaging (</a:t>
            </a:r>
            <a:r>
              <a:rPr lang="en-AU" b="0" dirty="0" err="1"/>
              <a:t>FedAvg</a:t>
            </a:r>
            <a:r>
              <a:rPr lang="en-AU" b="0" dirty="0"/>
              <a:t>) trains a shared model across distributed clients without exchanging raw data [3].</a:t>
            </a:r>
          </a:p>
          <a:p>
            <a:r>
              <a:rPr lang="en-AU" b="0" dirty="0"/>
              <a:t>Multiple local epochs before each averaging step reduce communication compared to gradient-level methods.</a:t>
            </a:r>
          </a:p>
          <a:p>
            <a:r>
              <a:rPr lang="en-AU" b="0" dirty="0"/>
              <a:t>Convergence is not guaranteed when client data is non-IID.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B80622E-AF22-7497-3FC4-8B96C097E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 anchor="t">
            <a:normAutofit/>
          </a:bodyPr>
          <a:lstStyle/>
          <a:p>
            <a:r>
              <a:rPr lang="en-AU" sz="3300" err="1"/>
              <a:t>FedAvg</a:t>
            </a:r>
            <a:endParaRPr lang="en-AU" sz="330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4274CDF-4CAA-2D1F-0F82-DC969D8EFA9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79424" y="1573248"/>
            <a:ext cx="8928943" cy="506132"/>
          </a:xfrm>
        </p:spPr>
        <p:txBody>
          <a:bodyPr>
            <a:normAutofit/>
          </a:bodyPr>
          <a:lstStyle/>
          <a:p>
            <a:r>
              <a:rPr lang="en-AU" dirty="0"/>
              <a:t>Local training</a:t>
            </a:r>
          </a:p>
        </p:txBody>
      </p:sp>
      <p:pic>
        <p:nvPicPr>
          <p:cNvPr id="9" name="Picture Placeholder 8" descr="The image depicts a series of server racks with cables connecting various components, including a monitor, to illustrate a network setup.&#10;&#10;AI-generated content may be incorrect.">
            <a:extLst>
              <a:ext uri="{FF2B5EF4-FFF2-40B4-BE49-F238E27FC236}">
                <a16:creationId xmlns:a16="http://schemas.microsoft.com/office/drawing/2014/main" id="{0BF07568-1E77-1330-C2E8-9A46B76A716D}"/>
              </a:ext>
            </a:extLst>
          </p:cNvPr>
          <p:cNvPicPr>
            <a:picLocks noGrp="1" noChangeAspect="1"/>
          </p:cNvPicPr>
          <p:nvPr>
            <p:ph sz="quarter" idx="35"/>
          </p:nvPr>
        </p:nvPicPr>
        <p:blipFill>
          <a:blip r:embed="rId2"/>
          <a:stretch>
            <a:fillRect/>
          </a:stretch>
        </p:blipFill>
        <p:spPr>
          <a:xfrm>
            <a:off x="5447928" y="1364400"/>
            <a:ext cx="5520435" cy="4126526"/>
          </a:xfrm>
          <a:custGeom>
            <a:avLst/>
            <a:gdLst>
              <a:gd name="csX0" fmla="*/ 0 w 7967662"/>
              <a:gd name="csY0" fmla="*/ 0 h 6381750"/>
              <a:gd name="csX1" fmla="*/ 7967662 w 7967662"/>
              <a:gd name="csY1" fmla="*/ 0 h 6381750"/>
              <a:gd name="csX2" fmla="*/ 7967662 w 7967662"/>
              <a:gd name="csY2" fmla="*/ 6381750 h 6381750"/>
              <a:gd name="csX3" fmla="*/ 2092417 w 7967662"/>
              <a:gd name="csY3" fmla="*/ 6381750 h 6381750"/>
              <a:gd name="csX4" fmla="*/ 0 w 7967662"/>
              <a:gd name="csY4" fmla="*/ 4289333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967662" h="6381750">
                <a:moveTo>
                  <a:pt x="0" y="0"/>
                </a:moveTo>
                <a:lnTo>
                  <a:pt x="7967662" y="0"/>
                </a:lnTo>
                <a:lnTo>
                  <a:pt x="7967662" y="6381750"/>
                </a:lnTo>
                <a:lnTo>
                  <a:pt x="2092417" y="6381750"/>
                </a:lnTo>
                <a:cubicBezTo>
                  <a:pt x="936807" y="6381750"/>
                  <a:pt x="0" y="5444943"/>
                  <a:pt x="0" y="4289333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1049270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A9CAE-5597-9404-E7F2-16EAF5D10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ooter Placeholder 1">
            <a:extLst>
              <a:ext uri="{FF2B5EF4-FFF2-40B4-BE49-F238E27FC236}">
                <a16:creationId xmlns:a16="http://schemas.microsoft.com/office/drawing/2014/main" id="{EEB390CA-787B-30F9-5D13-27222ADFCBF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00D3CE-3D60-E5BF-5D03-83295B35D4D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208567" y="6381750"/>
            <a:ext cx="504007" cy="47625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917DE0E-AFB1-41FD-BC35-27DB61CA125F}" type="slidenum">
              <a:rPr lang="en-AU" smtClean="0"/>
              <a:pPr>
                <a:spcAft>
                  <a:spcPts val="600"/>
                </a:spcAft>
              </a:pPr>
              <a:t>7</a:t>
            </a:fld>
            <a:endParaRPr lang="en-AU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F7ED2FD-7450-C453-FDC2-5FE20923C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 anchor="t">
            <a:normAutofit/>
          </a:bodyPr>
          <a:lstStyle/>
          <a:p>
            <a:r>
              <a:rPr lang="en-AU"/>
              <a:t>The Non-IID Problem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1DFDDFE-199F-7CD8-0010-0D62308C057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79425" y="1884112"/>
            <a:ext cx="5616576" cy="506132"/>
          </a:xfrm>
        </p:spPr>
        <p:txBody>
          <a:bodyPr>
            <a:normAutofit/>
          </a:bodyPr>
          <a:lstStyle/>
          <a:p>
            <a:r>
              <a:rPr lang="en-AU" dirty="0"/>
              <a:t>Different client distributions cause local models to drift apart</a:t>
            </a:r>
          </a:p>
        </p:txBody>
      </p:sp>
      <p:pic>
        <p:nvPicPr>
          <p:cNvPr id="10" name="Picture 9" descr="FedProx&#10;&#10;AI-generated content may be incorrect.">
            <a:extLst>
              <a:ext uri="{FF2B5EF4-FFF2-40B4-BE49-F238E27FC236}">
                <a16:creationId xmlns:a16="http://schemas.microsoft.com/office/drawing/2014/main" id="{ED886223-ADBC-78E6-D0B4-72D919C8D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37" y="2644516"/>
            <a:ext cx="5616575" cy="2962743"/>
          </a:xfrm>
          <a:prstGeom prst="rect">
            <a:avLst/>
          </a:prstGeom>
          <a:noFill/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3BB67A9-F3C4-0B9B-1569-D7809E7D2B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4032" y="1884112"/>
            <a:ext cx="4895977" cy="432932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AU" sz="1500" dirty="0"/>
              <a:t>What it means</a:t>
            </a:r>
          </a:p>
          <a:p>
            <a:pPr marL="285750" indent="-285750">
              <a:lnSpc>
                <a:spcPct val="9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AU" sz="1500" b="0" dirty="0"/>
              <a:t>Each client’s data is drawn from a different distribution</a:t>
            </a:r>
          </a:p>
          <a:p>
            <a:pPr marL="285750" indent="-285750">
              <a:lnSpc>
                <a:spcPct val="9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AU" sz="1500" b="0" dirty="0"/>
              <a:t>Common forms: label skew, quantity skew, feature skew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AU" sz="1500" b="0" dirty="0"/>
          </a:p>
          <a:p>
            <a:pPr>
              <a:lnSpc>
                <a:spcPct val="90000"/>
              </a:lnSpc>
            </a:pPr>
            <a:r>
              <a:rPr lang="en-AU" sz="1500" dirty="0"/>
              <a:t>Why </a:t>
            </a:r>
            <a:r>
              <a:rPr lang="en-AU" sz="1500" dirty="0" err="1"/>
              <a:t>FedAvg</a:t>
            </a:r>
            <a:r>
              <a:rPr lang="en-AU" sz="1500" dirty="0"/>
              <a:t> struggles</a:t>
            </a:r>
          </a:p>
          <a:p>
            <a:pPr marL="285750" indent="-285750">
              <a:lnSpc>
                <a:spcPct val="9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AU" sz="1500" b="0" dirty="0"/>
              <a:t>Local SGD pulls each model toward a different optimum</a:t>
            </a:r>
          </a:p>
          <a:p>
            <a:pPr marL="285750" indent="-285750">
              <a:lnSpc>
                <a:spcPct val="9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AU" sz="1500" b="0" dirty="0"/>
              <a:t>Averaging divergent updates can make divergence worse</a:t>
            </a:r>
          </a:p>
          <a:p>
            <a:pPr marL="285750" indent="-285750">
              <a:lnSpc>
                <a:spcPct val="9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AU" sz="1500" b="0" dirty="0"/>
              <a:t>No mechanism limits how far local models drift</a:t>
            </a:r>
          </a:p>
          <a:p>
            <a:pPr>
              <a:lnSpc>
                <a:spcPct val="90000"/>
              </a:lnSpc>
            </a:pPr>
            <a:endParaRPr lang="en-AU" sz="1500" dirty="0"/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AU" sz="1500" b="0" dirty="0"/>
          </a:p>
          <a:p>
            <a:pPr>
              <a:lnSpc>
                <a:spcPct val="90000"/>
              </a:lnSpc>
            </a:pPr>
            <a:endParaRPr lang="en-AU" sz="1500" b="0" dirty="0"/>
          </a:p>
        </p:txBody>
      </p:sp>
      <p:sp>
        <p:nvSpPr>
          <p:cNvPr id="11" name="Caption">
            <a:extLst>
              <a:ext uri="{FF2B5EF4-FFF2-40B4-BE49-F238E27FC236}">
                <a16:creationId xmlns:a16="http://schemas.microsoft.com/office/drawing/2014/main" id="{3FE6A182-5722-B754-698D-2588E43DE71D}"/>
              </a:ext>
            </a:extLst>
          </p:cNvPr>
          <p:cNvSpPr txBox="1"/>
          <p:nvPr/>
        </p:nvSpPr>
        <p:spPr>
          <a:xfrm>
            <a:off x="-312712" y="5427752"/>
            <a:ext cx="7000000" cy="7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en-AU" sz="1400" b="1" dirty="0">
                <a:solidFill>
                  <a:srgbClr val="4B2D7F"/>
                </a:solidFill>
              </a:rPr>
              <a:t>FedAvg drift (left) vs FedProx constraint (right)</a:t>
            </a:r>
          </a:p>
          <a:p>
            <a:pPr algn="ctr"/>
            <a:r>
              <a:rPr lang="en-AU" sz="1200" dirty="0"/>
              <a:t>Proximal term (μ-weighted) penalises deviation from the global model </a:t>
            </a:r>
          </a:p>
          <a:p>
            <a:pPr algn="ctr"/>
            <a:r>
              <a:rPr lang="en-AU" sz="1200" dirty="0"/>
              <a:t>and gives convergence guarantees</a:t>
            </a:r>
          </a:p>
        </p:txBody>
      </p:sp>
    </p:spTree>
    <p:extLst>
      <p:ext uri="{BB962C8B-B14F-4D97-AF65-F5344CB8AC3E}">
        <p14:creationId xmlns:p14="http://schemas.microsoft.com/office/powerpoint/2010/main" val="3890552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4CD3C3-75B5-0D08-BE0C-9707CFFB0E0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AU" dirty="0"/>
              <a:t>Federated learning on multi-class skin disease classification</a:t>
            </a:r>
          </a:p>
          <a:p>
            <a:pPr lvl="2"/>
            <a:r>
              <a:rPr lang="en-AU" dirty="0"/>
              <a:t>Most medical FL work targets binary or few-class radiology and pathology tasks; fine-grained skin disease classification is not well studied</a:t>
            </a:r>
          </a:p>
          <a:p>
            <a:pPr lvl="2"/>
            <a:endParaRPr lang="en-AU" dirty="0"/>
          </a:p>
          <a:p>
            <a:r>
              <a:rPr lang="en-AU" dirty="0" err="1"/>
              <a:t>FedAvg</a:t>
            </a:r>
            <a:r>
              <a:rPr lang="en-AU" dirty="0"/>
              <a:t> vs </a:t>
            </a:r>
            <a:r>
              <a:rPr lang="en-AU" dirty="0" err="1"/>
              <a:t>FedProx</a:t>
            </a:r>
            <a:r>
              <a:rPr lang="en-AU" dirty="0"/>
              <a:t> under realistic non-IID conditions</a:t>
            </a:r>
          </a:p>
          <a:p>
            <a:pPr lvl="2"/>
            <a:r>
              <a:rPr lang="en-AU" dirty="0"/>
              <a:t>Direct comparisons on medical image data with realistic class imbalance and label skew remain scarce</a:t>
            </a:r>
          </a:p>
          <a:p>
            <a:pPr lvl="2"/>
            <a:endParaRPr lang="en-AU" dirty="0"/>
          </a:p>
          <a:p>
            <a:r>
              <a:rPr lang="en-AU" dirty="0"/>
              <a:t>Practical trade-offs for clinical deployment</a:t>
            </a:r>
          </a:p>
          <a:p>
            <a:pPr lvl="2"/>
            <a:r>
              <a:rPr lang="en-AU" dirty="0"/>
              <a:t>Existing studies report accuracy but rarely evaluate communication cost and per-class performance alongside non-IID sensitivity</a:t>
            </a:r>
          </a:p>
          <a:p>
            <a:endParaRPr lang="en-A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932825-1320-3E12-4169-D586BD78C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Knowledge Gap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1B6659-5B9B-5C96-1880-339667A3584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21105B-EC78-425A-166B-E569C693D99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8</a:t>
            </a:fld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A21B3BB-CA00-2E87-701E-958DDA390A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8618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117025-6E8D-292E-F9A5-9FB6CB9D959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F180F3-5417-6C8B-96C6-C6A697542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Project Aim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6CB79-74A6-7049-4834-68DE8625A54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E19B78-FCF7-0EB5-D23D-EBE55702C4A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9</a:t>
            </a:fld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7728E2-DCB3-2CEC-D0A7-CF4AB1A4E92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1212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VERSION" val="8"/>
  <p:tag name="TPFULLVERSION" val="1.4.2.3"/>
  <p:tag name="TPOS" val="2"/>
  <p:tag name="TPLASTSAVEVERSION" val="6.2 PC"/>
  <p:tag name="TPLASTSAVEPRODUCT" val="EchoPoll for PowerPoint"/>
</p:tagLst>
</file>

<file path=ppt/theme/theme1.xml><?xml version="1.0" encoding="utf-8"?>
<a:theme xmlns:a="http://schemas.openxmlformats.org/drawingml/2006/main" name="University of Queensland">
  <a:themeElements>
    <a:clrScheme name="UQ">
      <a:dk1>
        <a:srgbClr val="2B1D37"/>
      </a:dk1>
      <a:lt1>
        <a:sysClr val="window" lastClr="FFFFFF"/>
      </a:lt1>
      <a:dk2>
        <a:srgbClr val="999490"/>
      </a:dk2>
      <a:lt2>
        <a:srgbClr val="D7D1CC"/>
      </a:lt2>
      <a:accent1>
        <a:srgbClr val="51247A"/>
      </a:accent1>
      <a:accent2>
        <a:srgbClr val="962A8B"/>
      </a:accent2>
      <a:accent3>
        <a:srgbClr val="D7D1CC"/>
      </a:accent3>
      <a:accent4>
        <a:srgbClr val="E62645"/>
      </a:accent4>
      <a:accent5>
        <a:srgbClr val="4085C6"/>
      </a:accent5>
      <a:accent6>
        <a:srgbClr val="FBB800"/>
      </a:accent6>
      <a:hlink>
        <a:srgbClr val="51247A"/>
      </a:hlink>
      <a:folHlink>
        <a:srgbClr val="962A8B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1-PowerPoint-template" id="{77828F8A-DB63-0A4A-841F-23FA6B70F718}" vid="{CA0FB5E4-0CD0-9C43-BF98-9BFD66C680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84F0916BBF724CA1E7D8F63C7F06BD" ma:contentTypeVersion="11" ma:contentTypeDescription="Create a new document." ma:contentTypeScope="" ma:versionID="809c7c489742cc59092c7e14672c0936">
  <xsd:schema xmlns:xsd="http://www.w3.org/2001/XMLSchema" xmlns:xs="http://www.w3.org/2001/XMLSchema" xmlns:p="http://schemas.microsoft.com/office/2006/metadata/properties" xmlns:ns2="65b0f26f-95df-44cf-88fa-e9c7b5beb0cc" xmlns:ns3="94ba416d-00cf-4134-b72c-a9e48d8869bc" targetNamespace="http://schemas.microsoft.com/office/2006/metadata/properties" ma:root="true" ma:fieldsID="17d5b951cbaf3870d2415480a90000ca" ns2:_="" ns3:_="">
    <xsd:import namespace="65b0f26f-95df-44cf-88fa-e9c7b5beb0cc"/>
    <xsd:import namespace="94ba416d-00cf-4134-b72c-a9e48d8869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b0f26f-95df-44cf-88fa-e9c7b5beb0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28babe79-dfb6-408c-aa7a-07abcf6abb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ba416d-00cf-4134-b72c-a9e48d8869bc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363c6236-0644-4670-bed4-78772fe61de4}" ma:internalName="TaxCatchAll" ma:showField="CatchAllData" ma:web="94ba416d-00cf-4134-b72c-a9e48d8869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5b0f26f-95df-44cf-88fa-e9c7b5beb0cc">
      <Terms xmlns="http://schemas.microsoft.com/office/infopath/2007/PartnerControls"/>
    </lcf76f155ced4ddcb4097134ff3c332f>
    <TaxCatchAll xmlns="94ba416d-00cf-4134-b72c-a9e48d8869bc" xsi:nil="true"/>
  </documentManagement>
</p:properties>
</file>

<file path=customXml/itemProps1.xml><?xml version="1.0" encoding="utf-8"?>
<ds:datastoreItem xmlns:ds="http://schemas.openxmlformats.org/officeDocument/2006/customXml" ds:itemID="{D1983A9A-9705-4EDC-B2E6-6B9030AABD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5b0f26f-95df-44cf-88fa-e9c7b5beb0cc"/>
    <ds:schemaRef ds:uri="94ba416d-00cf-4134-b72c-a9e48d8869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32F4D4E-5CC3-44EF-852B-455B45EFC02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BA6ACFB-BBAF-41D0-B45A-5E57454824E9}">
  <ds:schemaRefs>
    <ds:schemaRef ds:uri="http://schemas.microsoft.com/office/2006/metadata/properties"/>
    <ds:schemaRef ds:uri="http://schemas.microsoft.com/office/infopath/2007/PartnerControls"/>
    <ds:schemaRef ds:uri="65b0f26f-95df-44cf-88fa-e9c7b5beb0cc"/>
    <ds:schemaRef ds:uri="94ba416d-00cf-4134-b72c-a9e48d8869b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01-PowerPoint-template</Template>
  <TotalTime>1760</TotalTime>
  <Words>506</Words>
  <Application>Microsoft Office PowerPoint</Application>
  <PresentationFormat>Widescreen</PresentationFormat>
  <Paragraphs>96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DM Sans</vt:lpstr>
      <vt:lpstr>University of Queensland</vt:lpstr>
      <vt:lpstr>Privacy-Preserving Federated Learning for Distributed Skin Disease Classification</vt:lpstr>
      <vt:lpstr>Contents</vt:lpstr>
      <vt:lpstr>Definitions and Background</vt:lpstr>
      <vt:lpstr>Definitions</vt:lpstr>
      <vt:lpstr>Motivation</vt:lpstr>
      <vt:lpstr>FedAvg</vt:lpstr>
      <vt:lpstr>The Non-IID Problem</vt:lpstr>
      <vt:lpstr>Knowledge Gap</vt:lpstr>
      <vt:lpstr>Project Aim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Monique Tourell</dc:creator>
  <cp:lastModifiedBy>Alex G</cp:lastModifiedBy>
  <cp:revision>6</cp:revision>
  <dcterms:created xsi:type="dcterms:W3CDTF">2026-04-29T04:27:02Z</dcterms:created>
  <dcterms:modified xsi:type="dcterms:W3CDTF">2026-05-08T00:54:08Z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f488380-630a-4f55-a077-a19445e3f360_Enabled">
    <vt:lpwstr>true</vt:lpwstr>
  </property>
  <property fmtid="{D5CDD505-2E9C-101B-9397-08002B2CF9AE}" pid="3" name="MSIP_Label_0f488380-630a-4f55-a077-a19445e3f360_SetDate">
    <vt:lpwstr>2022-05-03T03:06:24Z</vt:lpwstr>
  </property>
  <property fmtid="{D5CDD505-2E9C-101B-9397-08002B2CF9AE}" pid="4" name="MSIP_Label_0f488380-630a-4f55-a077-a19445e3f360_Method">
    <vt:lpwstr>Standard</vt:lpwstr>
  </property>
  <property fmtid="{D5CDD505-2E9C-101B-9397-08002B2CF9AE}" pid="5" name="MSIP_Label_0f488380-630a-4f55-a077-a19445e3f360_Name">
    <vt:lpwstr>OFFICIAL - INTERNAL</vt:lpwstr>
  </property>
  <property fmtid="{D5CDD505-2E9C-101B-9397-08002B2CF9AE}" pid="6" name="MSIP_Label_0f488380-630a-4f55-a077-a19445e3f360_SiteId">
    <vt:lpwstr>b6e377cf-9db3-46cb-91a2-fad9605bb15c</vt:lpwstr>
  </property>
  <property fmtid="{D5CDD505-2E9C-101B-9397-08002B2CF9AE}" pid="7" name="MSIP_Label_0f488380-630a-4f55-a077-a19445e3f360_ActionId">
    <vt:lpwstr>d96f5fcc-5603-43bf-977e-9b9329ffdd35</vt:lpwstr>
  </property>
  <property fmtid="{D5CDD505-2E9C-101B-9397-08002B2CF9AE}" pid="8" name="MSIP_Label_0f488380-630a-4f55-a077-a19445e3f360_ContentBits">
    <vt:lpwstr>0</vt:lpwstr>
  </property>
  <property fmtid="{D5CDD505-2E9C-101B-9397-08002B2CF9AE}" pid="9" name="ContentTypeId">
    <vt:lpwstr>0x0101003C84F0916BBF724CA1E7D8F63C7F06BD</vt:lpwstr>
  </property>
  <property fmtid="{D5CDD505-2E9C-101B-9397-08002B2CF9AE}" pid="10" name="MediaServiceImageTags">
    <vt:lpwstr/>
  </property>
</Properties>
</file>